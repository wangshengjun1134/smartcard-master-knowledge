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5"/>
    <p:sldMasterId id="2147483686" r:id="rId6"/>
  </p:sldMasterIdLst>
  <p:notesMasterIdLst>
    <p:notesMasterId r:id="rId12"/>
  </p:notesMasterIdLst>
  <p:sldIdLst>
    <p:sldId id="2147376896" r:id="rId7"/>
    <p:sldId id="2147376924" r:id="rId8"/>
    <p:sldId id="2147376925" r:id="rId9"/>
    <p:sldId id="2147376926" r:id="rId10"/>
    <p:sldId id="214737692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ke Greaves" initials="MG" lastIdx="1" clrIdx="0">
    <p:extLst>
      <p:ext uri="{19B8F6BF-5375-455C-9EA6-DF929625EA0E}">
        <p15:presenceInfo xmlns:p15="http://schemas.microsoft.com/office/powerpoint/2012/main" userId="S-1-5-21-3346166985-1548841365-2365452741-17314" providerId="AD"/>
      </p:ext>
    </p:extLst>
  </p:cmAuthor>
  <p:cmAuthor id="2" name="Yolanda Sanz" initials="YS" lastIdx="5" clrIdx="1">
    <p:extLst>
      <p:ext uri="{19B8F6BF-5375-455C-9EA6-DF929625EA0E}">
        <p15:presenceInfo xmlns:p15="http://schemas.microsoft.com/office/powerpoint/2012/main" userId="S-1-5-21-3346166985-1548841365-2365452741-289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70AD47"/>
    <a:srgbClr val="F8CBAD"/>
    <a:srgbClr val="C5E0B4"/>
    <a:srgbClr val="ED7D31"/>
    <a:srgbClr val="CCECFF"/>
    <a:srgbClr val="BFBFBF"/>
    <a:srgbClr val="E5E5FF"/>
    <a:srgbClr val="E2F0D9"/>
    <a:srgbClr val="8D8D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8" autoAdjust="0"/>
    <p:restoredTop sz="94660"/>
  </p:normalViewPr>
  <p:slideViewPr>
    <p:cSldViewPr snapToGrid="0">
      <p:cViewPr varScale="1">
        <p:scale>
          <a:sx n="115" d="100"/>
          <a:sy n="115" d="100"/>
        </p:scale>
        <p:origin x="42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viewProps" Target="viewProps.xml"/><Relationship Id="rId10" Type="http://schemas.openxmlformats.org/officeDocument/2006/relationships/slide" Target="slides/slide4.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0576C9-A1C1-4FB1-B8A7-FFF1BF6C57E8}" type="datetimeFigureOut">
              <a:rPr lang="en-GB" smtClean="0"/>
              <a:t>22/08/2023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8B843A-7A88-402E-B4E1-659D0E174F3C}" type="slidenum">
              <a:rPr lang="en-GB" smtClean="0"/>
              <a:t>‹#›</a:t>
            </a:fld>
            <a:endParaRPr lang="en-GB"/>
          </a:p>
        </p:txBody>
      </p:sp>
    </p:spTree>
    <p:extLst>
      <p:ext uri="{BB962C8B-B14F-4D97-AF65-F5344CB8AC3E}">
        <p14:creationId xmlns:p14="http://schemas.microsoft.com/office/powerpoint/2010/main" val="2639279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4E0384-D593-FC49-AA1D-4F7809DD4C5D}"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8493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SMA 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5"/>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Tree>
    <p:extLst>
      <p:ext uri="{BB962C8B-B14F-4D97-AF65-F5344CB8AC3E}">
        <p14:creationId xmlns:p14="http://schemas.microsoft.com/office/powerpoint/2010/main" val="106734708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SMA Title and Bullete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1400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SMA Title and Two Column slid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Tree>
    <p:extLst>
      <p:ext uri="{BB962C8B-B14F-4D97-AF65-F5344CB8AC3E}">
        <p14:creationId xmlns:p14="http://schemas.microsoft.com/office/powerpoint/2010/main" val="21128725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SMA Title and three column slide">
    <p:spTree>
      <p:nvGrpSpPr>
        <p:cNvPr id="1" name=""/>
        <p:cNvGrpSpPr/>
        <p:nvPr/>
      </p:nvGrpSpPr>
      <p:grpSpPr>
        <a:xfrm>
          <a:off x="0" y="0"/>
          <a:ext cx="0" cy="0"/>
          <a:chOff x="0" y="0"/>
          <a:chExt cx="0" cy="0"/>
        </a:xfrm>
      </p:grpSpPr>
      <p:sp>
        <p:nvSpPr>
          <p:cNvPr id="4" name="Content Placeholder 13"/>
          <p:cNvSpPr>
            <a:spLocks noGrp="1"/>
          </p:cNvSpPr>
          <p:nvPr>
            <p:ph sz="quarter" idx="13"/>
          </p:nvPr>
        </p:nvSpPr>
        <p:spPr>
          <a:xfrm>
            <a:off x="577515" y="2330487"/>
            <a:ext cx="3310240" cy="3882823"/>
          </a:xfrm>
          <a:prstGeom prst="rect">
            <a:avLst/>
          </a:prstGeom>
        </p:spPr>
        <p:txBody>
          <a:bodyPr>
            <a:normAutofit/>
          </a:bodyPr>
          <a:lstStyle>
            <a:lvl1pPr marL="0" indent="0" algn="l">
              <a:buFont typeface="Arial" panose="020B0604020202020204" pitchFamily="34" charset="0"/>
              <a:buNone/>
              <a:defRPr sz="1867" b="0" i="0">
                <a:solidFill>
                  <a:schemeClr val="tx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6" name="Content Placeholder 13"/>
          <p:cNvSpPr>
            <a:spLocks noGrp="1"/>
          </p:cNvSpPr>
          <p:nvPr>
            <p:ph sz="quarter" idx="14"/>
          </p:nvPr>
        </p:nvSpPr>
        <p:spPr>
          <a:xfrm>
            <a:off x="4416925" y="2319793"/>
            <a:ext cx="3310240" cy="3882823"/>
          </a:xfrm>
          <a:prstGeom prst="rect">
            <a:avLst/>
          </a:prstGeom>
        </p:spPr>
        <p:txBody>
          <a:bodyPr>
            <a:normAutofit/>
          </a:bodyPr>
          <a:lstStyle>
            <a:lvl1pPr marL="0" indent="0" algn="l">
              <a:buFont typeface="Arial" panose="020B0604020202020204" pitchFamily="34" charset="0"/>
              <a:buNone/>
              <a:defRPr sz="1867" b="0" i="0">
                <a:solidFill>
                  <a:schemeClr val="tx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7" name="Content Placeholder 13"/>
          <p:cNvSpPr>
            <a:spLocks noGrp="1"/>
          </p:cNvSpPr>
          <p:nvPr>
            <p:ph sz="quarter" idx="15"/>
          </p:nvPr>
        </p:nvSpPr>
        <p:spPr>
          <a:xfrm>
            <a:off x="8288420" y="2330487"/>
            <a:ext cx="3310240" cy="3872128"/>
          </a:xfrm>
          <a:prstGeom prst="rect">
            <a:avLst/>
          </a:prstGeom>
        </p:spPr>
        <p:txBody>
          <a:bodyPr>
            <a:normAutofit/>
          </a:bodyPr>
          <a:lstStyle>
            <a:lvl1pPr marL="0" indent="0" algn="l">
              <a:buFont typeface="Arial" panose="020B0604020202020204" pitchFamily="34" charset="0"/>
              <a:buNone/>
              <a:defRPr sz="1867" b="0" i="0">
                <a:solidFill>
                  <a:schemeClr val="tx2"/>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8" name="Text Placeholder 4"/>
          <p:cNvSpPr>
            <a:spLocks noGrp="1"/>
          </p:cNvSpPr>
          <p:nvPr>
            <p:ph type="body" sz="quarter" idx="3" hasCustomPrompt="1"/>
          </p:nvPr>
        </p:nvSpPr>
        <p:spPr>
          <a:xfrm>
            <a:off x="591115" y="1934643"/>
            <a:ext cx="3296640" cy="384043"/>
          </a:xfrm>
          <a:prstGeom prst="rect">
            <a:avLst/>
          </a:prstGeom>
        </p:spPr>
        <p:txBody>
          <a:bodyPr anchor="t" anchorCtr="0">
            <a:noAutofit/>
          </a:bodyPr>
          <a:lstStyle>
            <a:lvl1pPr marL="0" indent="0">
              <a:buNone/>
              <a:defRPr sz="1867" b="1">
                <a:solidFill>
                  <a:srgbClr val="575756"/>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text styles</a:t>
            </a:r>
          </a:p>
        </p:txBody>
      </p:sp>
      <p:sp>
        <p:nvSpPr>
          <p:cNvPr id="9" name="Text Placeholder 4"/>
          <p:cNvSpPr>
            <a:spLocks noGrp="1"/>
          </p:cNvSpPr>
          <p:nvPr>
            <p:ph type="body" sz="quarter" idx="16" hasCustomPrompt="1"/>
          </p:nvPr>
        </p:nvSpPr>
        <p:spPr>
          <a:xfrm>
            <a:off x="4430525" y="1934644"/>
            <a:ext cx="3296640" cy="384043"/>
          </a:xfrm>
          <a:prstGeom prst="rect">
            <a:avLst/>
          </a:prstGeom>
        </p:spPr>
        <p:txBody>
          <a:bodyPr anchor="t" anchorCtr="0">
            <a:noAutofit/>
          </a:bodyPr>
          <a:lstStyle>
            <a:lvl1pPr marL="0" indent="0">
              <a:buNone/>
              <a:defRPr sz="1867" b="1">
                <a:solidFill>
                  <a:srgbClr val="575756"/>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text styles</a:t>
            </a:r>
          </a:p>
        </p:txBody>
      </p:sp>
      <p:sp>
        <p:nvSpPr>
          <p:cNvPr id="10" name="Text Placeholder 4"/>
          <p:cNvSpPr>
            <a:spLocks noGrp="1"/>
          </p:cNvSpPr>
          <p:nvPr>
            <p:ph type="body" sz="quarter" idx="17" hasCustomPrompt="1"/>
          </p:nvPr>
        </p:nvSpPr>
        <p:spPr>
          <a:xfrm>
            <a:off x="8302020" y="1934643"/>
            <a:ext cx="3296640" cy="384043"/>
          </a:xfrm>
          <a:prstGeom prst="rect">
            <a:avLst/>
          </a:prstGeom>
        </p:spPr>
        <p:txBody>
          <a:bodyPr anchor="t" anchorCtr="0">
            <a:noAutofit/>
          </a:bodyPr>
          <a:lstStyle>
            <a:lvl1pPr marL="0" indent="0">
              <a:buNone/>
              <a:defRPr sz="1867" b="1" baseline="0">
                <a:solidFill>
                  <a:srgbClr val="575756"/>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text styles</a:t>
            </a:r>
          </a:p>
        </p:txBody>
      </p:sp>
      <p:sp>
        <p:nvSpPr>
          <p:cNvPr id="2" name="Slide Number Placeholder 1"/>
          <p:cNvSpPr>
            <a:spLocks noGrp="1"/>
          </p:cNvSpPr>
          <p:nvPr>
            <p:ph type="sldNum" sz="quarter" idx="18"/>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12" name="Title Placeholder 1"/>
          <p:cNvSpPr>
            <a:spLocks noGrp="1"/>
          </p:cNvSpPr>
          <p:nvPr>
            <p:ph type="title"/>
          </p:nvPr>
        </p:nvSpPr>
        <p:spPr>
          <a:xfrm>
            <a:off x="1596152" y="528000"/>
            <a:ext cx="9865749" cy="1143000"/>
          </a:xfrm>
          <a:prstGeom prst="rect">
            <a:avLst/>
          </a:prstGeom>
        </p:spPr>
        <p:txBody>
          <a:bodyPr vert="horz" lIns="91440" tIns="45720" rIns="91440" bIns="45720" rtlCol="0" anchor="t" anchorCtr="0">
            <a:normAutofit/>
          </a:bodyPr>
          <a:lstStyle>
            <a:lvl1pPr>
              <a:defRPr sz="320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198266281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SMA Image and Content 01 slide">
    <p:spTree>
      <p:nvGrpSpPr>
        <p:cNvPr id="1" name=""/>
        <p:cNvGrpSpPr/>
        <p:nvPr/>
      </p:nvGrpSpPr>
      <p:grpSpPr>
        <a:xfrm>
          <a:off x="0" y="0"/>
          <a:ext cx="0" cy="0"/>
          <a:chOff x="0" y="0"/>
          <a:chExt cx="0" cy="0"/>
        </a:xfrm>
      </p:grpSpPr>
      <p:sp>
        <p:nvSpPr>
          <p:cNvPr id="3" name="Picture Placeholder 24"/>
          <p:cNvSpPr>
            <a:spLocks noGrp="1"/>
          </p:cNvSpPr>
          <p:nvPr>
            <p:ph type="pic" sz="quarter" idx="14"/>
          </p:nvPr>
        </p:nvSpPr>
        <p:spPr>
          <a:xfrm>
            <a:off x="1" y="1"/>
            <a:ext cx="4053305" cy="2084849"/>
          </a:xfrm>
          <a:prstGeom prst="rect">
            <a:avLst/>
          </a:prstGeom>
        </p:spPr>
        <p:txBody>
          <a:bodyPr>
            <a:normAutofit/>
          </a:bodyPr>
          <a:lstStyle>
            <a:lvl1pPr marL="0" indent="0">
              <a:buFontTx/>
              <a:buNone/>
              <a:defRPr sz="2133">
                <a:solidFill>
                  <a:schemeClr val="bg1">
                    <a:lumMod val="65000"/>
                  </a:schemeClr>
                </a:solidFill>
              </a:defRPr>
            </a:lvl1pPr>
          </a:lstStyle>
          <a:p>
            <a:r>
              <a:rPr lang="en-US"/>
              <a:t>Click icon to add picture</a:t>
            </a:r>
            <a:endParaRPr lang="en-JM"/>
          </a:p>
        </p:txBody>
      </p:sp>
      <p:sp>
        <p:nvSpPr>
          <p:cNvPr id="8" name="Text Placeholder 5"/>
          <p:cNvSpPr>
            <a:spLocks noGrp="1"/>
          </p:cNvSpPr>
          <p:nvPr>
            <p:ph type="body" sz="quarter" idx="13"/>
          </p:nvPr>
        </p:nvSpPr>
        <p:spPr>
          <a:xfrm>
            <a:off x="569384" y="2468894"/>
            <a:ext cx="3097139" cy="3648405"/>
          </a:xfrm>
          <a:prstGeom prst="rect">
            <a:avLst/>
          </a:prstGeom>
        </p:spPr>
        <p:txBody>
          <a:bodyPr>
            <a:normAutofit/>
          </a:bodyPr>
          <a:lstStyle>
            <a:lvl1pPr marL="0" indent="0">
              <a:lnSpc>
                <a:spcPct val="120000"/>
              </a:lnSpc>
              <a:buFontTx/>
              <a:buNone/>
              <a:defRPr sz="1867" b="0" i="0">
                <a:solidFill>
                  <a:schemeClr val="tx2"/>
                </a:solidFill>
                <a:latin typeface="Arial" panose="020B0604020202020204" pitchFamily="34" charset="0"/>
                <a:cs typeface="Arial" panose="020B0604020202020204" pitchFamily="34" charset="0"/>
              </a:defRPr>
            </a:lvl1pPr>
            <a:lvl2pPr marL="990575" indent="-380990">
              <a:buFont typeface="Sketch Rockwell" pitchFamily="2" charset="0"/>
              <a:buChar char="o"/>
              <a:defRPr>
                <a:solidFill>
                  <a:schemeClr val="tx1">
                    <a:lumMod val="65000"/>
                    <a:lumOff val="35000"/>
                  </a:schemeClr>
                </a:solidFill>
                <a:latin typeface="Futura LT Book" pitchFamily="2" charset="0"/>
              </a:defRPr>
            </a:lvl2pPr>
            <a:lvl3pPr marL="1523962" indent="-304792">
              <a:buFont typeface="Sketch Rockwell" pitchFamily="2" charset="0"/>
              <a:buChar char="o"/>
              <a:defRPr>
                <a:solidFill>
                  <a:schemeClr val="tx1">
                    <a:lumMod val="65000"/>
                    <a:lumOff val="35000"/>
                  </a:schemeClr>
                </a:solidFill>
                <a:latin typeface="Futura LT Book" pitchFamily="2" charset="0"/>
              </a:defRPr>
            </a:lvl3pPr>
            <a:lvl4pPr marL="2133547" indent="-304792">
              <a:buFont typeface="Sketch Rockwell" pitchFamily="2" charset="0"/>
              <a:buChar char="o"/>
              <a:defRPr>
                <a:solidFill>
                  <a:schemeClr val="tx1">
                    <a:lumMod val="65000"/>
                    <a:lumOff val="35000"/>
                  </a:schemeClr>
                </a:solidFill>
                <a:latin typeface="Futura LT Book" pitchFamily="2" charset="0"/>
              </a:defRPr>
            </a:lvl4pPr>
            <a:lvl5pPr marL="2743131" indent="-304792">
              <a:buFont typeface="Sketch Rockwell" pitchFamily="2" charset="0"/>
              <a:buChar char="o"/>
              <a:defRPr>
                <a:solidFill>
                  <a:schemeClr val="tx1">
                    <a:lumMod val="65000"/>
                    <a:lumOff val="35000"/>
                  </a:schemeClr>
                </a:solidFill>
                <a:latin typeface="Futura LT Book" pitchFamily="2" charset="0"/>
              </a:defRPr>
            </a:lvl5pPr>
          </a:lstStyle>
          <a:p>
            <a:pPr lvl="0"/>
            <a:r>
              <a:rPr lang="en-US" dirty="0"/>
              <a:t>Click to edit Master text styles</a:t>
            </a:r>
          </a:p>
        </p:txBody>
      </p:sp>
      <p:sp>
        <p:nvSpPr>
          <p:cNvPr id="17" name="Picture Placeholder 24"/>
          <p:cNvSpPr>
            <a:spLocks noGrp="1"/>
          </p:cNvSpPr>
          <p:nvPr>
            <p:ph type="pic" sz="quarter" idx="19"/>
          </p:nvPr>
        </p:nvSpPr>
        <p:spPr>
          <a:xfrm>
            <a:off x="4053306" y="1"/>
            <a:ext cx="4096084" cy="2084849"/>
          </a:xfrm>
          <a:prstGeom prst="rect">
            <a:avLst/>
          </a:prstGeom>
        </p:spPr>
        <p:txBody>
          <a:bodyPr>
            <a:normAutofit/>
          </a:bodyPr>
          <a:lstStyle>
            <a:lvl1pPr marL="0" indent="0">
              <a:buFontTx/>
              <a:buNone/>
              <a:defRPr sz="2133">
                <a:solidFill>
                  <a:schemeClr val="bg1">
                    <a:lumMod val="65000"/>
                  </a:schemeClr>
                </a:solidFill>
              </a:defRPr>
            </a:lvl1pPr>
          </a:lstStyle>
          <a:p>
            <a:r>
              <a:rPr lang="en-US"/>
              <a:t>Click icon to add picture</a:t>
            </a:r>
            <a:endParaRPr lang="en-JM"/>
          </a:p>
        </p:txBody>
      </p:sp>
      <p:sp>
        <p:nvSpPr>
          <p:cNvPr id="18" name="Picture Placeholder 24"/>
          <p:cNvSpPr>
            <a:spLocks noGrp="1"/>
          </p:cNvSpPr>
          <p:nvPr>
            <p:ph type="pic" sz="quarter" idx="20"/>
          </p:nvPr>
        </p:nvSpPr>
        <p:spPr>
          <a:xfrm>
            <a:off x="8143825" y="1"/>
            <a:ext cx="4053305" cy="2084849"/>
          </a:xfrm>
          <a:prstGeom prst="rect">
            <a:avLst/>
          </a:prstGeom>
        </p:spPr>
        <p:txBody>
          <a:bodyPr>
            <a:normAutofit/>
          </a:bodyPr>
          <a:lstStyle>
            <a:lvl1pPr marL="0" indent="0">
              <a:buFontTx/>
              <a:buNone/>
              <a:defRPr sz="2133">
                <a:solidFill>
                  <a:schemeClr val="bg1">
                    <a:lumMod val="65000"/>
                  </a:schemeClr>
                </a:solidFill>
              </a:defRPr>
            </a:lvl1pPr>
          </a:lstStyle>
          <a:p>
            <a:r>
              <a:rPr lang="en-US"/>
              <a:t>Click icon to add picture</a:t>
            </a:r>
            <a:endParaRPr lang="en-JM"/>
          </a:p>
        </p:txBody>
      </p:sp>
      <p:sp>
        <p:nvSpPr>
          <p:cNvPr id="2" name="Slide Number Placeholder 1"/>
          <p:cNvSpPr>
            <a:spLocks noGrp="1"/>
          </p:cNvSpPr>
          <p:nvPr>
            <p:ph type="sldNum" sz="quarter" idx="21"/>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11" name="Text Placeholder 5"/>
          <p:cNvSpPr>
            <a:spLocks noGrp="1"/>
          </p:cNvSpPr>
          <p:nvPr>
            <p:ph type="body" sz="quarter" idx="22"/>
          </p:nvPr>
        </p:nvSpPr>
        <p:spPr>
          <a:xfrm>
            <a:off x="4559829" y="2468894"/>
            <a:ext cx="3097139" cy="3648405"/>
          </a:xfrm>
          <a:prstGeom prst="rect">
            <a:avLst/>
          </a:prstGeom>
        </p:spPr>
        <p:txBody>
          <a:bodyPr>
            <a:normAutofit/>
          </a:bodyPr>
          <a:lstStyle>
            <a:lvl1pPr marL="0" indent="0">
              <a:lnSpc>
                <a:spcPct val="120000"/>
              </a:lnSpc>
              <a:buFontTx/>
              <a:buNone/>
              <a:defRPr sz="1867" b="0" i="0">
                <a:solidFill>
                  <a:schemeClr val="tx2"/>
                </a:solidFill>
                <a:latin typeface="Arial" panose="020B0604020202020204" pitchFamily="34" charset="0"/>
                <a:cs typeface="Arial" panose="020B0604020202020204" pitchFamily="34" charset="0"/>
              </a:defRPr>
            </a:lvl1pPr>
            <a:lvl2pPr marL="990575" indent="-380990">
              <a:buFont typeface="Sketch Rockwell" pitchFamily="2" charset="0"/>
              <a:buChar char="o"/>
              <a:defRPr>
                <a:solidFill>
                  <a:schemeClr val="tx1">
                    <a:lumMod val="65000"/>
                    <a:lumOff val="35000"/>
                  </a:schemeClr>
                </a:solidFill>
                <a:latin typeface="Futura LT Book" pitchFamily="2" charset="0"/>
              </a:defRPr>
            </a:lvl2pPr>
            <a:lvl3pPr marL="1523962" indent="-304792">
              <a:buFont typeface="Sketch Rockwell" pitchFamily="2" charset="0"/>
              <a:buChar char="o"/>
              <a:defRPr>
                <a:solidFill>
                  <a:schemeClr val="tx1">
                    <a:lumMod val="65000"/>
                    <a:lumOff val="35000"/>
                  </a:schemeClr>
                </a:solidFill>
                <a:latin typeface="Futura LT Book" pitchFamily="2" charset="0"/>
              </a:defRPr>
            </a:lvl3pPr>
            <a:lvl4pPr marL="2133547" indent="-304792">
              <a:buFont typeface="Sketch Rockwell" pitchFamily="2" charset="0"/>
              <a:buChar char="o"/>
              <a:defRPr>
                <a:solidFill>
                  <a:schemeClr val="tx1">
                    <a:lumMod val="65000"/>
                    <a:lumOff val="35000"/>
                  </a:schemeClr>
                </a:solidFill>
                <a:latin typeface="Futura LT Book" pitchFamily="2" charset="0"/>
              </a:defRPr>
            </a:lvl4pPr>
            <a:lvl5pPr marL="2743131" indent="-304792">
              <a:buFont typeface="Sketch Rockwell" pitchFamily="2" charset="0"/>
              <a:buChar char="o"/>
              <a:defRPr>
                <a:solidFill>
                  <a:schemeClr val="tx1">
                    <a:lumMod val="65000"/>
                    <a:lumOff val="35000"/>
                  </a:schemeClr>
                </a:solidFill>
                <a:latin typeface="Futura LT Book" pitchFamily="2" charset="0"/>
              </a:defRPr>
            </a:lvl5pPr>
          </a:lstStyle>
          <a:p>
            <a:pPr lvl="0"/>
            <a:r>
              <a:rPr lang="en-US"/>
              <a:t>Click to edit Master text styles</a:t>
            </a:r>
          </a:p>
        </p:txBody>
      </p:sp>
      <p:sp>
        <p:nvSpPr>
          <p:cNvPr id="12" name="Text Placeholder 5"/>
          <p:cNvSpPr>
            <a:spLocks noGrp="1"/>
          </p:cNvSpPr>
          <p:nvPr>
            <p:ph type="body" sz="quarter" idx="23"/>
          </p:nvPr>
        </p:nvSpPr>
        <p:spPr>
          <a:xfrm>
            <a:off x="8592277" y="2468894"/>
            <a:ext cx="3015523" cy="3648405"/>
          </a:xfrm>
          <a:prstGeom prst="rect">
            <a:avLst/>
          </a:prstGeom>
        </p:spPr>
        <p:txBody>
          <a:bodyPr>
            <a:normAutofit/>
          </a:bodyPr>
          <a:lstStyle>
            <a:lvl1pPr marL="0" indent="0">
              <a:lnSpc>
                <a:spcPct val="120000"/>
              </a:lnSpc>
              <a:buFontTx/>
              <a:buNone/>
              <a:defRPr sz="1867" b="0" i="0">
                <a:solidFill>
                  <a:schemeClr val="tx2"/>
                </a:solidFill>
                <a:latin typeface="Arial" panose="020B0604020202020204" pitchFamily="34" charset="0"/>
                <a:cs typeface="Arial" panose="020B0604020202020204" pitchFamily="34" charset="0"/>
              </a:defRPr>
            </a:lvl1pPr>
            <a:lvl2pPr marL="990575" indent="-380990">
              <a:buFont typeface="Sketch Rockwell" pitchFamily="2" charset="0"/>
              <a:buChar char="o"/>
              <a:defRPr>
                <a:solidFill>
                  <a:schemeClr val="tx1">
                    <a:lumMod val="65000"/>
                    <a:lumOff val="35000"/>
                  </a:schemeClr>
                </a:solidFill>
                <a:latin typeface="Futura LT Book" pitchFamily="2" charset="0"/>
              </a:defRPr>
            </a:lvl2pPr>
            <a:lvl3pPr marL="1523962" indent="-304792">
              <a:buFont typeface="Sketch Rockwell" pitchFamily="2" charset="0"/>
              <a:buChar char="o"/>
              <a:defRPr>
                <a:solidFill>
                  <a:schemeClr val="tx1">
                    <a:lumMod val="65000"/>
                    <a:lumOff val="35000"/>
                  </a:schemeClr>
                </a:solidFill>
                <a:latin typeface="Futura LT Book" pitchFamily="2" charset="0"/>
              </a:defRPr>
            </a:lvl3pPr>
            <a:lvl4pPr marL="2133547" indent="-304792">
              <a:buFont typeface="Sketch Rockwell" pitchFamily="2" charset="0"/>
              <a:buChar char="o"/>
              <a:defRPr>
                <a:solidFill>
                  <a:schemeClr val="tx1">
                    <a:lumMod val="65000"/>
                    <a:lumOff val="35000"/>
                  </a:schemeClr>
                </a:solidFill>
                <a:latin typeface="Futura LT Book" pitchFamily="2" charset="0"/>
              </a:defRPr>
            </a:lvl4pPr>
            <a:lvl5pPr marL="2743131" indent="-304792">
              <a:buFont typeface="Sketch Rockwell" pitchFamily="2" charset="0"/>
              <a:buChar char="o"/>
              <a:defRPr>
                <a:solidFill>
                  <a:schemeClr val="tx1">
                    <a:lumMod val="65000"/>
                    <a:lumOff val="35000"/>
                  </a:schemeClr>
                </a:solidFill>
                <a:latin typeface="Futura LT Book" pitchFamily="2" charset="0"/>
              </a:defRPr>
            </a:lvl5pPr>
          </a:lstStyle>
          <a:p>
            <a:pPr lvl="0"/>
            <a:r>
              <a:rPr lang="en-US"/>
              <a:t>Click to edit Master text styles</a:t>
            </a:r>
          </a:p>
        </p:txBody>
      </p:sp>
    </p:spTree>
    <p:extLst>
      <p:ext uri="{BB962C8B-B14F-4D97-AF65-F5344CB8AC3E}">
        <p14:creationId xmlns:p14="http://schemas.microsoft.com/office/powerpoint/2010/main" val="37024785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SMA Image and Content 02 slide">
    <p:spTree>
      <p:nvGrpSpPr>
        <p:cNvPr id="1" name=""/>
        <p:cNvGrpSpPr/>
        <p:nvPr/>
      </p:nvGrpSpPr>
      <p:grpSpPr>
        <a:xfrm>
          <a:off x="0" y="0"/>
          <a:ext cx="0" cy="0"/>
          <a:chOff x="0" y="0"/>
          <a:chExt cx="0" cy="0"/>
        </a:xfrm>
      </p:grpSpPr>
      <p:sp>
        <p:nvSpPr>
          <p:cNvPr id="3" name="Picture Placeholder 24"/>
          <p:cNvSpPr>
            <a:spLocks noGrp="1"/>
          </p:cNvSpPr>
          <p:nvPr>
            <p:ph type="pic" sz="quarter" idx="14"/>
          </p:nvPr>
        </p:nvSpPr>
        <p:spPr>
          <a:xfrm>
            <a:off x="0" y="1"/>
            <a:ext cx="4673600" cy="6857999"/>
          </a:xfrm>
          <a:prstGeom prst="rect">
            <a:avLst/>
          </a:prstGeom>
        </p:spPr>
        <p:txBody>
          <a:bodyPr>
            <a:normAutofit/>
          </a:bodyPr>
          <a:lstStyle>
            <a:lvl1pPr marL="0" indent="0">
              <a:buFontTx/>
              <a:buNone/>
              <a:tabLst>
                <a:tab pos="3945368" algn="l"/>
              </a:tabLst>
              <a:defRPr sz="2133">
                <a:solidFill>
                  <a:schemeClr val="bg1">
                    <a:lumMod val="65000"/>
                  </a:schemeClr>
                </a:solidFill>
              </a:defRPr>
            </a:lvl1pPr>
          </a:lstStyle>
          <a:p>
            <a:r>
              <a:rPr lang="en-US"/>
              <a:t>Click icon to add picture</a:t>
            </a:r>
            <a:endParaRPr lang="en-JM" dirty="0"/>
          </a:p>
        </p:txBody>
      </p:sp>
      <p:sp>
        <p:nvSpPr>
          <p:cNvPr id="4" name="Text Placeholder 5"/>
          <p:cNvSpPr>
            <a:spLocks noGrp="1"/>
          </p:cNvSpPr>
          <p:nvPr>
            <p:ph type="body" sz="quarter" idx="13"/>
          </p:nvPr>
        </p:nvSpPr>
        <p:spPr>
          <a:xfrm>
            <a:off x="5423926" y="1124744"/>
            <a:ext cx="6158473" cy="4064000"/>
          </a:xfrm>
          <a:prstGeom prst="rect">
            <a:avLst/>
          </a:prstGeom>
        </p:spPr>
        <p:txBody>
          <a:bodyPr>
            <a:normAutofit/>
          </a:bodyPr>
          <a:lstStyle>
            <a:lvl1pPr marL="457189" indent="-457189">
              <a:lnSpc>
                <a:spcPct val="120000"/>
              </a:lnSpc>
              <a:buClr>
                <a:srgbClr val="E30613"/>
              </a:buClr>
              <a:buSzPct val="90000"/>
              <a:buFont typeface="Wingdings" charset="2"/>
              <a:buChar char="§"/>
              <a:defRPr sz="1867" b="0" i="0">
                <a:solidFill>
                  <a:schemeClr val="tx2"/>
                </a:solidFill>
                <a:latin typeface="Arial" panose="020B0604020202020204" pitchFamily="34" charset="0"/>
                <a:cs typeface="Arial" panose="020B0604020202020204" pitchFamily="34" charset="0"/>
              </a:defRPr>
            </a:lvl1pPr>
            <a:lvl2pPr marL="990575" indent="-380990">
              <a:buFont typeface="Sketch Rockwell" pitchFamily="2" charset="0"/>
              <a:buChar char="o"/>
              <a:defRPr>
                <a:solidFill>
                  <a:schemeClr val="tx1">
                    <a:lumMod val="65000"/>
                    <a:lumOff val="35000"/>
                  </a:schemeClr>
                </a:solidFill>
                <a:latin typeface="Futura LT Book" pitchFamily="2" charset="0"/>
              </a:defRPr>
            </a:lvl2pPr>
            <a:lvl3pPr marL="1523962" indent="-304792">
              <a:buFont typeface="Sketch Rockwell" pitchFamily="2" charset="0"/>
              <a:buChar char="o"/>
              <a:defRPr>
                <a:solidFill>
                  <a:schemeClr val="tx1">
                    <a:lumMod val="65000"/>
                    <a:lumOff val="35000"/>
                  </a:schemeClr>
                </a:solidFill>
                <a:latin typeface="Futura LT Book" pitchFamily="2" charset="0"/>
              </a:defRPr>
            </a:lvl3pPr>
            <a:lvl4pPr marL="2133547" indent="-304792">
              <a:buFont typeface="Sketch Rockwell" pitchFamily="2" charset="0"/>
              <a:buChar char="o"/>
              <a:defRPr>
                <a:solidFill>
                  <a:schemeClr val="tx1">
                    <a:lumMod val="65000"/>
                    <a:lumOff val="35000"/>
                  </a:schemeClr>
                </a:solidFill>
                <a:latin typeface="Futura LT Book" pitchFamily="2" charset="0"/>
              </a:defRPr>
            </a:lvl4pPr>
            <a:lvl5pPr marL="2743131" indent="-304792">
              <a:buFont typeface="Sketch Rockwell" pitchFamily="2" charset="0"/>
              <a:buChar char="o"/>
              <a:defRPr>
                <a:solidFill>
                  <a:schemeClr val="tx1">
                    <a:lumMod val="65000"/>
                    <a:lumOff val="35000"/>
                  </a:schemeClr>
                </a:solidFill>
                <a:latin typeface="Futura LT Book" pitchFamily="2" charset="0"/>
              </a:defRPr>
            </a:lvl5pPr>
          </a:lstStyle>
          <a:p>
            <a:pPr lvl="0"/>
            <a:r>
              <a:rPr lang="en-US" dirty="0"/>
              <a:t>Click to edit Master text styles</a:t>
            </a:r>
          </a:p>
        </p:txBody>
      </p:sp>
      <p:sp>
        <p:nvSpPr>
          <p:cNvPr id="2" name="Rectangle 1"/>
          <p:cNvSpPr/>
          <p:nvPr userDrawn="1"/>
        </p:nvSpPr>
        <p:spPr>
          <a:xfrm>
            <a:off x="527382" y="6213310"/>
            <a:ext cx="11137237" cy="1920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400"/>
          </a:p>
        </p:txBody>
      </p:sp>
      <p:sp>
        <p:nvSpPr>
          <p:cNvPr id="5" name="Rectangle 4"/>
          <p:cNvSpPr/>
          <p:nvPr userDrawn="1"/>
        </p:nvSpPr>
        <p:spPr>
          <a:xfrm>
            <a:off x="5422899" y="6282267"/>
            <a:ext cx="2017183" cy="952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400"/>
          </a:p>
        </p:txBody>
      </p:sp>
      <p:sp>
        <p:nvSpPr>
          <p:cNvPr id="6" name="Rectangle 5"/>
          <p:cNvSpPr/>
          <p:nvPr userDrawn="1"/>
        </p:nvSpPr>
        <p:spPr>
          <a:xfrm>
            <a:off x="7440084" y="6282267"/>
            <a:ext cx="2127249" cy="95251"/>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400"/>
          </a:p>
        </p:txBody>
      </p:sp>
      <p:sp>
        <p:nvSpPr>
          <p:cNvPr id="7" name="Rectangle 6"/>
          <p:cNvSpPr/>
          <p:nvPr userDrawn="1"/>
        </p:nvSpPr>
        <p:spPr>
          <a:xfrm>
            <a:off x="9552517" y="6282267"/>
            <a:ext cx="2133897" cy="95251"/>
          </a:xfrm>
          <a:prstGeom prst="rect">
            <a:avLst/>
          </a:prstGeom>
          <a:solidFill>
            <a:srgbClr val="94B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400"/>
          </a:p>
        </p:txBody>
      </p:sp>
    </p:spTree>
    <p:extLst>
      <p:ext uri="{BB962C8B-B14F-4D97-AF65-F5344CB8AC3E}">
        <p14:creationId xmlns:p14="http://schemas.microsoft.com/office/powerpoint/2010/main" val="9908859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GSMA Image 01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419994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SMA Image 01 slide">
    <p:spTree>
      <p:nvGrpSpPr>
        <p:cNvPr id="1" name=""/>
        <p:cNvGrpSpPr/>
        <p:nvPr/>
      </p:nvGrpSpPr>
      <p:grpSpPr>
        <a:xfrm>
          <a:off x="0" y="0"/>
          <a:ext cx="0" cy="0"/>
          <a:chOff x="0" y="0"/>
          <a:chExt cx="0" cy="0"/>
        </a:xfrm>
      </p:grpSpPr>
      <p:sp>
        <p:nvSpPr>
          <p:cNvPr id="6" name="Picture Placeholder 16"/>
          <p:cNvSpPr>
            <a:spLocks noGrp="1"/>
          </p:cNvSpPr>
          <p:nvPr>
            <p:ph type="pic" sz="quarter" idx="59"/>
          </p:nvPr>
        </p:nvSpPr>
        <p:spPr>
          <a:xfrm>
            <a:off x="0" y="1671001"/>
            <a:ext cx="12192000" cy="5186999"/>
          </a:xfrm>
          <a:prstGeom prst="rect">
            <a:avLst/>
          </a:prstGeom>
        </p:spPr>
        <p:txBody>
          <a:bodyPr/>
          <a:lstStyle/>
          <a:p>
            <a:r>
              <a:rPr lang="en-US"/>
              <a:t>Click icon to add picture</a:t>
            </a:r>
            <a:endParaRPr lang="en-JM"/>
          </a:p>
        </p:txBody>
      </p:sp>
      <p:sp>
        <p:nvSpPr>
          <p:cNvPr id="2" name="Slide Number Placeholder 1"/>
          <p:cNvSpPr>
            <a:spLocks noGrp="1"/>
          </p:cNvSpPr>
          <p:nvPr>
            <p:ph type="sldNum" sz="quarter" idx="60"/>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7" name="Title Placeholder 1"/>
          <p:cNvSpPr>
            <a:spLocks noGrp="1"/>
          </p:cNvSpPr>
          <p:nvPr>
            <p:ph type="title"/>
          </p:nvPr>
        </p:nvSpPr>
        <p:spPr>
          <a:xfrm>
            <a:off x="1596152" y="528000"/>
            <a:ext cx="9865749" cy="1143000"/>
          </a:xfrm>
          <a:prstGeom prst="rect">
            <a:avLst/>
          </a:prstGeom>
        </p:spPr>
        <p:txBody>
          <a:bodyPr vert="horz" lIns="91440" tIns="45720" rIns="91440" bIns="45720" rtlCol="0" anchor="t" anchorCtr="0">
            <a:normAutofit/>
          </a:bodyPr>
          <a:lstStyle>
            <a:lvl1pPr>
              <a:defRPr sz="320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346459361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SMA Image 02 slide">
    <p:spTree>
      <p:nvGrpSpPr>
        <p:cNvPr id="1" name=""/>
        <p:cNvGrpSpPr/>
        <p:nvPr/>
      </p:nvGrpSpPr>
      <p:grpSpPr>
        <a:xfrm>
          <a:off x="0" y="0"/>
          <a:ext cx="0" cy="0"/>
          <a:chOff x="0" y="0"/>
          <a:chExt cx="0" cy="0"/>
        </a:xfrm>
      </p:grpSpPr>
      <p:sp>
        <p:nvSpPr>
          <p:cNvPr id="9" name="Picture Placeholder 16"/>
          <p:cNvSpPr>
            <a:spLocks noGrp="1"/>
          </p:cNvSpPr>
          <p:nvPr>
            <p:ph type="pic" sz="quarter" idx="59"/>
          </p:nvPr>
        </p:nvSpPr>
        <p:spPr>
          <a:xfrm>
            <a:off x="0" y="1796819"/>
            <a:ext cx="6192011" cy="5061181"/>
          </a:xfrm>
          <a:prstGeom prst="rect">
            <a:avLst/>
          </a:prstGeom>
        </p:spPr>
        <p:txBody>
          <a:bodyPr/>
          <a:lstStyle/>
          <a:p>
            <a:r>
              <a:rPr lang="en-US"/>
              <a:t>Click icon to add picture</a:t>
            </a:r>
            <a:endParaRPr lang="en-JM" dirty="0"/>
          </a:p>
        </p:txBody>
      </p:sp>
      <p:sp>
        <p:nvSpPr>
          <p:cNvPr id="10" name="Picture Placeholder 16"/>
          <p:cNvSpPr>
            <a:spLocks noGrp="1"/>
          </p:cNvSpPr>
          <p:nvPr>
            <p:ph type="pic" sz="quarter" idx="60"/>
          </p:nvPr>
        </p:nvSpPr>
        <p:spPr>
          <a:xfrm>
            <a:off x="6096000" y="1796819"/>
            <a:ext cx="6192011" cy="5061181"/>
          </a:xfrm>
          <a:prstGeom prst="rect">
            <a:avLst/>
          </a:prstGeom>
        </p:spPr>
        <p:txBody>
          <a:bodyPr/>
          <a:lstStyle/>
          <a:p>
            <a:r>
              <a:rPr lang="en-US"/>
              <a:t>Click icon to add picture</a:t>
            </a:r>
            <a:endParaRPr lang="en-JM" dirty="0"/>
          </a:p>
        </p:txBody>
      </p:sp>
      <p:sp>
        <p:nvSpPr>
          <p:cNvPr id="2" name="Slide Number Placeholder 1"/>
          <p:cNvSpPr>
            <a:spLocks noGrp="1"/>
          </p:cNvSpPr>
          <p:nvPr>
            <p:ph type="sldNum" sz="quarter" idx="61"/>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7" name="Title Placeholder 1"/>
          <p:cNvSpPr>
            <a:spLocks noGrp="1"/>
          </p:cNvSpPr>
          <p:nvPr>
            <p:ph type="title"/>
          </p:nvPr>
        </p:nvSpPr>
        <p:spPr>
          <a:xfrm>
            <a:off x="1596152" y="528000"/>
            <a:ext cx="9865749" cy="1143000"/>
          </a:xfrm>
          <a:prstGeom prst="rect">
            <a:avLst/>
          </a:prstGeom>
        </p:spPr>
        <p:txBody>
          <a:bodyPr vert="horz" lIns="91440" tIns="45720" rIns="91440" bIns="45720" rtlCol="0" anchor="t" anchorCtr="0">
            <a:normAutofit/>
          </a:bodyPr>
          <a:lstStyle>
            <a:lvl1pPr>
              <a:defRPr sz="320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260799841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GSMA Image 03 slide">
    <p:spTree>
      <p:nvGrpSpPr>
        <p:cNvPr id="1" name=""/>
        <p:cNvGrpSpPr/>
        <p:nvPr/>
      </p:nvGrpSpPr>
      <p:grpSpPr>
        <a:xfrm>
          <a:off x="0" y="0"/>
          <a:ext cx="0" cy="0"/>
          <a:chOff x="0" y="0"/>
          <a:chExt cx="0" cy="0"/>
        </a:xfrm>
      </p:grpSpPr>
      <p:sp>
        <p:nvSpPr>
          <p:cNvPr id="3" name="Picture Placeholder 16"/>
          <p:cNvSpPr>
            <a:spLocks noGrp="1"/>
          </p:cNvSpPr>
          <p:nvPr>
            <p:ph type="pic" sz="quarter" idx="59"/>
          </p:nvPr>
        </p:nvSpPr>
        <p:spPr>
          <a:xfrm>
            <a:off x="207509" y="164638"/>
            <a:ext cx="4440767" cy="2784309"/>
          </a:xfrm>
          <a:prstGeom prst="rect">
            <a:avLst/>
          </a:prstGeom>
        </p:spPr>
        <p:txBody>
          <a:bodyPr/>
          <a:lstStyle/>
          <a:p>
            <a:r>
              <a:rPr lang="en-US"/>
              <a:t>Click icon to add picture</a:t>
            </a:r>
            <a:endParaRPr lang="en-JM" dirty="0"/>
          </a:p>
        </p:txBody>
      </p:sp>
      <p:sp>
        <p:nvSpPr>
          <p:cNvPr id="4" name="Picture Placeholder 16"/>
          <p:cNvSpPr>
            <a:spLocks noGrp="1"/>
          </p:cNvSpPr>
          <p:nvPr>
            <p:ph type="pic" sz="quarter" idx="60"/>
          </p:nvPr>
        </p:nvSpPr>
        <p:spPr>
          <a:xfrm>
            <a:off x="207509" y="3140968"/>
            <a:ext cx="4440767" cy="2976331"/>
          </a:xfrm>
          <a:prstGeom prst="rect">
            <a:avLst/>
          </a:prstGeom>
        </p:spPr>
        <p:txBody>
          <a:bodyPr/>
          <a:lstStyle/>
          <a:p>
            <a:r>
              <a:rPr lang="en-US"/>
              <a:t>Click icon to add picture</a:t>
            </a:r>
            <a:endParaRPr lang="en-JM" dirty="0"/>
          </a:p>
        </p:txBody>
      </p:sp>
      <p:sp>
        <p:nvSpPr>
          <p:cNvPr id="5" name="Picture Placeholder 16"/>
          <p:cNvSpPr>
            <a:spLocks noGrp="1"/>
          </p:cNvSpPr>
          <p:nvPr>
            <p:ph type="pic" sz="quarter" idx="61"/>
          </p:nvPr>
        </p:nvSpPr>
        <p:spPr>
          <a:xfrm>
            <a:off x="4844718" y="164638"/>
            <a:ext cx="3619709" cy="5952661"/>
          </a:xfrm>
          <a:prstGeom prst="rect">
            <a:avLst/>
          </a:prstGeom>
        </p:spPr>
        <p:txBody>
          <a:bodyPr/>
          <a:lstStyle/>
          <a:p>
            <a:r>
              <a:rPr lang="en-US"/>
              <a:t>Click icon to add picture</a:t>
            </a:r>
            <a:endParaRPr lang="en-JM" dirty="0"/>
          </a:p>
        </p:txBody>
      </p:sp>
      <p:sp>
        <p:nvSpPr>
          <p:cNvPr id="6" name="Picture Placeholder 16"/>
          <p:cNvSpPr>
            <a:spLocks noGrp="1"/>
          </p:cNvSpPr>
          <p:nvPr>
            <p:ph type="pic" sz="quarter" idx="62"/>
          </p:nvPr>
        </p:nvSpPr>
        <p:spPr>
          <a:xfrm>
            <a:off x="8656448" y="164637"/>
            <a:ext cx="3384649" cy="1824203"/>
          </a:xfrm>
          <a:prstGeom prst="rect">
            <a:avLst/>
          </a:prstGeom>
        </p:spPr>
        <p:txBody>
          <a:bodyPr/>
          <a:lstStyle/>
          <a:p>
            <a:r>
              <a:rPr lang="en-US"/>
              <a:t>Click icon to add picture</a:t>
            </a:r>
            <a:endParaRPr lang="en-JM" dirty="0"/>
          </a:p>
        </p:txBody>
      </p:sp>
      <p:sp>
        <p:nvSpPr>
          <p:cNvPr id="7" name="Picture Placeholder 16"/>
          <p:cNvSpPr>
            <a:spLocks noGrp="1"/>
          </p:cNvSpPr>
          <p:nvPr>
            <p:ph type="pic" sz="quarter" idx="63"/>
          </p:nvPr>
        </p:nvSpPr>
        <p:spPr>
          <a:xfrm>
            <a:off x="8656448" y="2180862"/>
            <a:ext cx="3384649" cy="1920213"/>
          </a:xfrm>
          <a:prstGeom prst="rect">
            <a:avLst/>
          </a:prstGeom>
        </p:spPr>
        <p:txBody>
          <a:bodyPr/>
          <a:lstStyle/>
          <a:p>
            <a:r>
              <a:rPr lang="en-US"/>
              <a:t>Click icon to add picture</a:t>
            </a:r>
            <a:endParaRPr lang="en-JM" dirty="0"/>
          </a:p>
        </p:txBody>
      </p:sp>
      <p:sp>
        <p:nvSpPr>
          <p:cNvPr id="8" name="Picture Placeholder 16"/>
          <p:cNvSpPr>
            <a:spLocks noGrp="1"/>
          </p:cNvSpPr>
          <p:nvPr>
            <p:ph type="pic" sz="quarter" idx="64"/>
          </p:nvPr>
        </p:nvSpPr>
        <p:spPr>
          <a:xfrm>
            <a:off x="8656448" y="4293096"/>
            <a:ext cx="3384649" cy="1824203"/>
          </a:xfrm>
          <a:prstGeom prst="rect">
            <a:avLst/>
          </a:prstGeom>
        </p:spPr>
        <p:txBody>
          <a:bodyPr/>
          <a:lstStyle/>
          <a:p>
            <a:r>
              <a:rPr lang="en-US"/>
              <a:t>Click icon to add picture</a:t>
            </a:r>
            <a:endParaRPr lang="en-JM" dirty="0"/>
          </a:p>
        </p:txBody>
      </p:sp>
      <p:sp>
        <p:nvSpPr>
          <p:cNvPr id="2" name="Slide Number Placeholder 1"/>
          <p:cNvSpPr>
            <a:spLocks noGrp="1"/>
          </p:cNvSpPr>
          <p:nvPr>
            <p:ph type="sldNum" sz="quarter" idx="65"/>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Tree>
    <p:extLst>
      <p:ext uri="{BB962C8B-B14F-4D97-AF65-F5344CB8AC3E}">
        <p14:creationId xmlns:p14="http://schemas.microsoft.com/office/powerpoint/2010/main" val="167535003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1"/>
            <a:ext cx="109728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itle 5"/>
          <p:cNvSpPr>
            <a:spLocks noGrp="1"/>
          </p:cNvSpPr>
          <p:nvPr>
            <p:ph type="title"/>
          </p:nvPr>
        </p:nvSpPr>
        <p:spPr>
          <a:xfrm>
            <a:off x="609600" y="274639"/>
            <a:ext cx="10972800" cy="1143000"/>
          </a:xfrm>
          <a:prstGeom prst="rect">
            <a:avLst/>
          </a:prstGeom>
        </p:spPr>
        <p:txBody>
          <a:bodyPr/>
          <a:lstStyle/>
          <a:p>
            <a:r>
              <a:rPr lang="en-US" dirty="0"/>
              <a:t>Click to edit Master title style</a:t>
            </a:r>
            <a:endParaRPr lang="en-GB" dirty="0"/>
          </a:p>
        </p:txBody>
      </p:sp>
      <p:sp>
        <p:nvSpPr>
          <p:cNvPr id="4" name="Rectangle 5"/>
          <p:cNvSpPr>
            <a:spLocks noGrp="1" noChangeArrowheads="1"/>
          </p:cNvSpPr>
          <p:nvPr>
            <p:ph type="ftr" sz="quarter" idx="10"/>
          </p:nvPr>
        </p:nvSpPr>
        <p:spPr>
          <a:xfrm>
            <a:off x="4155017" y="0"/>
            <a:ext cx="3860800" cy="476251"/>
          </a:xfrm>
          <a:prstGeom prst="rect">
            <a:avLst/>
          </a:prstGeom>
          <a:ln/>
        </p:spPr>
        <p:txBody>
          <a:bodyPr/>
          <a:lstStyle>
            <a:lvl1pPr>
              <a:defRPr/>
            </a:lvl1pPr>
          </a:lstStyle>
          <a:p>
            <a:pPr>
              <a:defRPr/>
            </a:pPr>
            <a:r>
              <a:rPr lang="en-US" dirty="0"/>
              <a:t>BoD-17-025</a:t>
            </a:r>
          </a:p>
        </p:txBody>
      </p:sp>
      <p:sp>
        <p:nvSpPr>
          <p:cNvPr id="5" name="Rectangle 6"/>
          <p:cNvSpPr>
            <a:spLocks noGrp="1" noChangeArrowheads="1"/>
          </p:cNvSpPr>
          <p:nvPr>
            <p:ph type="sldNum" sz="quarter" idx="11"/>
          </p:nvPr>
        </p:nvSpPr>
        <p:spPr>
          <a:xfrm>
            <a:off x="9300633" y="0"/>
            <a:ext cx="2844800" cy="476251"/>
          </a:xfrm>
          <a:prstGeom prst="rect">
            <a:avLst/>
          </a:prstGeom>
          <a:ln/>
        </p:spPr>
        <p:txBody>
          <a:bodyPr/>
          <a:lstStyle>
            <a:lvl1pPr>
              <a:defRPr/>
            </a:lvl1pPr>
          </a:lstStyle>
          <a:p>
            <a:fld id="{D71D7104-A730-4E32-98C3-1893F87957E2}" type="slidenum">
              <a:rPr lang="en-US" altLang="en-US"/>
              <a:pPr/>
              <a:t>‹#›</a:t>
            </a:fld>
            <a:endParaRPr lang="en-US" altLang="en-US" dirty="0"/>
          </a:p>
        </p:txBody>
      </p:sp>
    </p:spTree>
    <p:extLst>
      <p:ext uri="{BB962C8B-B14F-4D97-AF65-F5344CB8AC3E}">
        <p14:creationId xmlns:p14="http://schemas.microsoft.com/office/powerpoint/2010/main" val="214016168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GSMA Title and 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403" y="1220755"/>
            <a:ext cx="9865749" cy="4246861"/>
          </a:xfrm>
          <a:prstGeom prst="rect">
            <a:avLst/>
          </a:prstGeom>
        </p:spPr>
        <p:txBody>
          <a:bodyPr/>
          <a:lstStyle>
            <a:lvl1pPr marL="457189" indent="-457189">
              <a:buClr>
                <a:srgbClr val="E30613"/>
              </a:buClr>
              <a:buSzPct val="90000"/>
              <a:buFont typeface="Wingdings" charset="2"/>
              <a:buChar char="§"/>
              <a:defRPr>
                <a:solidFill>
                  <a:schemeClr val="tx2"/>
                </a:solidFill>
              </a:defRPr>
            </a:lvl1pPr>
            <a:lvl2pPr marL="990575" indent="-380990">
              <a:buClr>
                <a:srgbClr val="E30613"/>
              </a:buClr>
              <a:buSzPct val="90000"/>
              <a:buFont typeface="Wingdings" charset="2"/>
              <a:buChar char="§"/>
              <a:defRPr>
                <a:solidFill>
                  <a:schemeClr val="tx2"/>
                </a:solidFill>
              </a:defRPr>
            </a:lvl2pPr>
            <a:lvl3pPr marL="1523962" indent="-304792">
              <a:buClr>
                <a:srgbClr val="E30613"/>
              </a:buClr>
              <a:buSzPct val="90000"/>
              <a:buFont typeface="Wingdings" charset="2"/>
              <a:buChar char="§"/>
              <a:defRPr>
                <a:solidFill>
                  <a:schemeClr val="tx2"/>
                </a:solidFill>
              </a:defRPr>
            </a:lvl3pPr>
            <a:lvl4pPr marL="2133547" indent="-304792">
              <a:buClr>
                <a:srgbClr val="E30613"/>
              </a:buClr>
              <a:buSzPct val="90000"/>
              <a:buFont typeface="Wingdings" charset="2"/>
              <a:buChar char="§"/>
              <a:defRPr>
                <a:solidFill>
                  <a:schemeClr val="tx2"/>
                </a:solidFill>
              </a:defRPr>
            </a:lvl4pPr>
            <a:lvl5pPr marL="2743131" indent="-304792">
              <a:buClr>
                <a:srgbClr val="E30613"/>
              </a:buClr>
              <a:buSzPct val="90000"/>
              <a:buFont typeface="Wingdings" charset="2"/>
              <a:buChar char="§"/>
              <a:defRPr>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Slide Number Placeholder 4"/>
          <p:cNvSpPr>
            <a:spLocks noGrp="1"/>
          </p:cNvSpPr>
          <p:nvPr>
            <p:ph type="sldNum" sz="quarter" idx="15"/>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5" name="Title Placeholder 1"/>
          <p:cNvSpPr>
            <a:spLocks noGrp="1"/>
          </p:cNvSpPr>
          <p:nvPr>
            <p:ph type="title"/>
          </p:nvPr>
        </p:nvSpPr>
        <p:spPr>
          <a:xfrm>
            <a:off x="812391" y="185841"/>
            <a:ext cx="9865749" cy="577484"/>
          </a:xfrm>
          <a:prstGeom prst="rect">
            <a:avLst/>
          </a:prstGeom>
        </p:spPr>
        <p:txBody>
          <a:bodyPr vert="horz" lIns="91440" tIns="45720" rIns="91440" bIns="45720" rtlCol="0" anchor="t" anchorCtr="0">
            <a:normAutofit/>
          </a:bodyPr>
          <a:lstStyle>
            <a:lvl1pPr>
              <a:defRPr sz="2667" b="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44736041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GSMA Title and 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403" y="1220755"/>
            <a:ext cx="9865749" cy="4246861"/>
          </a:xfrm>
          <a:prstGeom prst="rect">
            <a:avLst/>
          </a:prstGeom>
        </p:spPr>
        <p:txBody>
          <a:bodyPr/>
          <a:lstStyle>
            <a:lvl1pPr marL="457189" indent="-457189">
              <a:buClr>
                <a:srgbClr val="E30613"/>
              </a:buClr>
              <a:buSzPct val="90000"/>
              <a:buFont typeface="Wingdings" charset="2"/>
              <a:buChar char="§"/>
              <a:defRPr>
                <a:solidFill>
                  <a:schemeClr val="tx2"/>
                </a:solidFill>
              </a:defRPr>
            </a:lvl1pPr>
            <a:lvl2pPr marL="990575" indent="-380990">
              <a:buClr>
                <a:srgbClr val="E30613"/>
              </a:buClr>
              <a:buSzPct val="90000"/>
              <a:buFont typeface="Wingdings" charset="2"/>
              <a:buChar char="§"/>
              <a:defRPr>
                <a:solidFill>
                  <a:schemeClr val="tx2"/>
                </a:solidFill>
              </a:defRPr>
            </a:lvl2pPr>
            <a:lvl3pPr marL="1523962" indent="-304792">
              <a:buClr>
                <a:srgbClr val="E30613"/>
              </a:buClr>
              <a:buSzPct val="90000"/>
              <a:buFont typeface="Wingdings" charset="2"/>
              <a:buChar char="§"/>
              <a:defRPr>
                <a:solidFill>
                  <a:schemeClr val="tx2"/>
                </a:solidFill>
              </a:defRPr>
            </a:lvl3pPr>
            <a:lvl4pPr marL="2133547" indent="-304792">
              <a:buClr>
                <a:srgbClr val="E30613"/>
              </a:buClr>
              <a:buSzPct val="90000"/>
              <a:buFont typeface="Wingdings" charset="2"/>
              <a:buChar char="§"/>
              <a:defRPr>
                <a:solidFill>
                  <a:schemeClr val="tx2"/>
                </a:solidFill>
              </a:defRPr>
            </a:lvl4pPr>
            <a:lvl5pPr marL="2743131" indent="-304792">
              <a:buClr>
                <a:srgbClr val="E30613"/>
              </a:buClr>
              <a:buSzPct val="90000"/>
              <a:buFont typeface="Wingdings" charset="2"/>
              <a:buChar char="§"/>
              <a:defRPr>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Slide Number Placeholder 4"/>
          <p:cNvSpPr>
            <a:spLocks noGrp="1"/>
          </p:cNvSpPr>
          <p:nvPr>
            <p:ph type="sldNum" sz="quarter" idx="15"/>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5" name="Title Placeholder 1"/>
          <p:cNvSpPr>
            <a:spLocks noGrp="1"/>
          </p:cNvSpPr>
          <p:nvPr>
            <p:ph type="title"/>
          </p:nvPr>
        </p:nvSpPr>
        <p:spPr>
          <a:xfrm>
            <a:off x="812391" y="185841"/>
            <a:ext cx="9865749" cy="577484"/>
          </a:xfrm>
          <a:prstGeom prst="rect">
            <a:avLst/>
          </a:prstGeom>
        </p:spPr>
        <p:txBody>
          <a:bodyPr vert="horz" lIns="91440" tIns="45720" rIns="91440" bIns="45720" rtlCol="0" anchor="t" anchorCtr="0">
            <a:normAutofit/>
          </a:bodyPr>
          <a:lstStyle>
            <a:lvl1pPr>
              <a:defRPr sz="2667" b="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96483199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GSMA Title and 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403" y="1220755"/>
            <a:ext cx="9865749" cy="4246861"/>
          </a:xfrm>
          <a:prstGeom prst="rect">
            <a:avLst/>
          </a:prstGeom>
        </p:spPr>
        <p:txBody>
          <a:bodyPr/>
          <a:lstStyle>
            <a:lvl1pPr marL="457189" indent="-457189">
              <a:buClr>
                <a:srgbClr val="E30613"/>
              </a:buClr>
              <a:buSzPct val="90000"/>
              <a:buFont typeface="Wingdings" charset="2"/>
              <a:buChar char="§"/>
              <a:defRPr>
                <a:solidFill>
                  <a:schemeClr val="tx2"/>
                </a:solidFill>
              </a:defRPr>
            </a:lvl1pPr>
            <a:lvl2pPr marL="990575" indent="-380990">
              <a:buClr>
                <a:srgbClr val="E30613"/>
              </a:buClr>
              <a:buSzPct val="90000"/>
              <a:buFont typeface="Wingdings" charset="2"/>
              <a:buChar char="§"/>
              <a:defRPr>
                <a:solidFill>
                  <a:schemeClr val="tx2"/>
                </a:solidFill>
              </a:defRPr>
            </a:lvl2pPr>
            <a:lvl3pPr marL="1523962" indent="-304792">
              <a:buClr>
                <a:srgbClr val="E30613"/>
              </a:buClr>
              <a:buSzPct val="90000"/>
              <a:buFont typeface="Wingdings" charset="2"/>
              <a:buChar char="§"/>
              <a:defRPr>
                <a:solidFill>
                  <a:schemeClr val="tx2"/>
                </a:solidFill>
              </a:defRPr>
            </a:lvl3pPr>
            <a:lvl4pPr marL="2133547" indent="-304792">
              <a:buClr>
                <a:srgbClr val="E30613"/>
              </a:buClr>
              <a:buSzPct val="90000"/>
              <a:buFont typeface="Wingdings" charset="2"/>
              <a:buChar char="§"/>
              <a:defRPr>
                <a:solidFill>
                  <a:schemeClr val="tx2"/>
                </a:solidFill>
              </a:defRPr>
            </a:lvl4pPr>
            <a:lvl5pPr marL="2743131" indent="-304792">
              <a:buClr>
                <a:srgbClr val="E30613"/>
              </a:buClr>
              <a:buSzPct val="90000"/>
              <a:buFont typeface="Wingdings" charset="2"/>
              <a:buChar char="§"/>
              <a:defRPr>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Slide Number Placeholder 4"/>
          <p:cNvSpPr>
            <a:spLocks noGrp="1"/>
          </p:cNvSpPr>
          <p:nvPr>
            <p:ph type="sldNum" sz="quarter" idx="15"/>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5" name="Title Placeholder 1"/>
          <p:cNvSpPr>
            <a:spLocks noGrp="1"/>
          </p:cNvSpPr>
          <p:nvPr>
            <p:ph type="title"/>
          </p:nvPr>
        </p:nvSpPr>
        <p:spPr>
          <a:xfrm>
            <a:off x="812391" y="185841"/>
            <a:ext cx="9865749" cy="577484"/>
          </a:xfrm>
          <a:prstGeom prst="rect">
            <a:avLst/>
          </a:prstGeom>
        </p:spPr>
        <p:txBody>
          <a:bodyPr vert="horz" lIns="91440" tIns="45720" rIns="91440" bIns="45720" rtlCol="0" anchor="t" anchorCtr="0">
            <a:normAutofit/>
          </a:bodyPr>
          <a:lstStyle>
            <a:lvl1pPr>
              <a:defRPr sz="2667" b="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95386344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GSMA Title and 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403" y="1220755"/>
            <a:ext cx="9865749" cy="4246861"/>
          </a:xfrm>
          <a:prstGeom prst="rect">
            <a:avLst/>
          </a:prstGeom>
        </p:spPr>
        <p:txBody>
          <a:bodyPr/>
          <a:lstStyle>
            <a:lvl1pPr marL="457189" indent="-457189">
              <a:buClr>
                <a:srgbClr val="E30613"/>
              </a:buClr>
              <a:buSzPct val="90000"/>
              <a:buFont typeface="Wingdings" charset="2"/>
              <a:buChar char="§"/>
              <a:defRPr>
                <a:solidFill>
                  <a:schemeClr val="tx2"/>
                </a:solidFill>
              </a:defRPr>
            </a:lvl1pPr>
            <a:lvl2pPr marL="990575" indent="-380990">
              <a:buClr>
                <a:srgbClr val="E30613"/>
              </a:buClr>
              <a:buSzPct val="90000"/>
              <a:buFont typeface="Wingdings" charset="2"/>
              <a:buChar char="§"/>
              <a:defRPr>
                <a:solidFill>
                  <a:schemeClr val="tx2"/>
                </a:solidFill>
              </a:defRPr>
            </a:lvl2pPr>
            <a:lvl3pPr marL="1523962" indent="-304792">
              <a:buClr>
                <a:srgbClr val="E30613"/>
              </a:buClr>
              <a:buSzPct val="90000"/>
              <a:buFont typeface="Wingdings" charset="2"/>
              <a:buChar char="§"/>
              <a:defRPr>
                <a:solidFill>
                  <a:schemeClr val="tx2"/>
                </a:solidFill>
              </a:defRPr>
            </a:lvl3pPr>
            <a:lvl4pPr marL="2133547" indent="-304792">
              <a:buClr>
                <a:srgbClr val="E30613"/>
              </a:buClr>
              <a:buSzPct val="90000"/>
              <a:buFont typeface="Wingdings" charset="2"/>
              <a:buChar char="§"/>
              <a:defRPr>
                <a:solidFill>
                  <a:schemeClr val="tx2"/>
                </a:solidFill>
              </a:defRPr>
            </a:lvl4pPr>
            <a:lvl5pPr marL="2743131" indent="-304792">
              <a:buClr>
                <a:srgbClr val="E30613"/>
              </a:buClr>
              <a:buSzPct val="90000"/>
              <a:buFont typeface="Wingdings" charset="2"/>
              <a:buChar char="§"/>
              <a:defRPr>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Slide Number Placeholder 4"/>
          <p:cNvSpPr>
            <a:spLocks noGrp="1"/>
          </p:cNvSpPr>
          <p:nvPr>
            <p:ph type="sldNum" sz="quarter" idx="15"/>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5" name="Title Placeholder 1"/>
          <p:cNvSpPr>
            <a:spLocks noGrp="1"/>
          </p:cNvSpPr>
          <p:nvPr>
            <p:ph type="title"/>
          </p:nvPr>
        </p:nvSpPr>
        <p:spPr>
          <a:xfrm>
            <a:off x="812391" y="185841"/>
            <a:ext cx="9865749" cy="577484"/>
          </a:xfrm>
          <a:prstGeom prst="rect">
            <a:avLst/>
          </a:prstGeom>
        </p:spPr>
        <p:txBody>
          <a:bodyPr vert="horz" lIns="91440" tIns="45720" rIns="91440" bIns="45720" rtlCol="0" anchor="t" anchorCtr="0">
            <a:normAutofit/>
          </a:bodyPr>
          <a:lstStyle>
            <a:lvl1pPr>
              <a:defRPr sz="2667" b="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669763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GSMA Title and 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403" y="1220755"/>
            <a:ext cx="9865749" cy="4246861"/>
          </a:xfrm>
          <a:prstGeom prst="rect">
            <a:avLst/>
          </a:prstGeom>
        </p:spPr>
        <p:txBody>
          <a:bodyPr/>
          <a:lstStyle>
            <a:lvl1pPr marL="457189" indent="-457189">
              <a:buClr>
                <a:srgbClr val="E30613"/>
              </a:buClr>
              <a:buSzPct val="90000"/>
              <a:buFont typeface="Wingdings" charset="2"/>
              <a:buChar char="§"/>
              <a:defRPr>
                <a:solidFill>
                  <a:schemeClr val="tx2"/>
                </a:solidFill>
              </a:defRPr>
            </a:lvl1pPr>
            <a:lvl2pPr marL="990575" indent="-380990">
              <a:buClr>
                <a:srgbClr val="E30613"/>
              </a:buClr>
              <a:buSzPct val="90000"/>
              <a:buFont typeface="Wingdings" charset="2"/>
              <a:buChar char="§"/>
              <a:defRPr>
                <a:solidFill>
                  <a:schemeClr val="tx2"/>
                </a:solidFill>
              </a:defRPr>
            </a:lvl2pPr>
            <a:lvl3pPr marL="1523962" indent="-304792">
              <a:buClr>
                <a:srgbClr val="E30613"/>
              </a:buClr>
              <a:buSzPct val="90000"/>
              <a:buFont typeface="Wingdings" charset="2"/>
              <a:buChar char="§"/>
              <a:defRPr>
                <a:solidFill>
                  <a:schemeClr val="tx2"/>
                </a:solidFill>
              </a:defRPr>
            </a:lvl3pPr>
            <a:lvl4pPr marL="2133547" indent="-304792">
              <a:buClr>
                <a:srgbClr val="E30613"/>
              </a:buClr>
              <a:buSzPct val="90000"/>
              <a:buFont typeface="Wingdings" charset="2"/>
              <a:buChar char="§"/>
              <a:defRPr>
                <a:solidFill>
                  <a:schemeClr val="tx2"/>
                </a:solidFill>
              </a:defRPr>
            </a:lvl4pPr>
            <a:lvl5pPr marL="2743131" indent="-304792">
              <a:buClr>
                <a:srgbClr val="E30613"/>
              </a:buClr>
              <a:buSzPct val="90000"/>
              <a:buFont typeface="Wingdings" charset="2"/>
              <a:buChar char="§"/>
              <a:defRPr>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Slide Number Placeholder 4"/>
          <p:cNvSpPr>
            <a:spLocks noGrp="1"/>
          </p:cNvSpPr>
          <p:nvPr>
            <p:ph type="sldNum" sz="quarter" idx="15"/>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5" name="Title Placeholder 1"/>
          <p:cNvSpPr>
            <a:spLocks noGrp="1"/>
          </p:cNvSpPr>
          <p:nvPr>
            <p:ph type="title"/>
          </p:nvPr>
        </p:nvSpPr>
        <p:spPr>
          <a:xfrm>
            <a:off x="812391" y="185841"/>
            <a:ext cx="9865749" cy="577484"/>
          </a:xfrm>
          <a:prstGeom prst="rect">
            <a:avLst/>
          </a:prstGeom>
        </p:spPr>
        <p:txBody>
          <a:bodyPr vert="horz" lIns="91440" tIns="45720" rIns="91440" bIns="45720" rtlCol="0" anchor="t" anchorCtr="0">
            <a:normAutofit/>
          </a:bodyPr>
          <a:lstStyle>
            <a:lvl1pPr>
              <a:defRPr sz="2667" b="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1226960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GSMA Title and 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403" y="1220755"/>
            <a:ext cx="9865749" cy="4246861"/>
          </a:xfrm>
          <a:prstGeom prst="rect">
            <a:avLst/>
          </a:prstGeom>
        </p:spPr>
        <p:txBody>
          <a:bodyPr/>
          <a:lstStyle>
            <a:lvl1pPr marL="457189" indent="-457189">
              <a:buClr>
                <a:srgbClr val="E30613"/>
              </a:buClr>
              <a:buSzPct val="90000"/>
              <a:buFont typeface="Wingdings" charset="2"/>
              <a:buChar char="§"/>
              <a:defRPr>
                <a:solidFill>
                  <a:schemeClr val="tx2"/>
                </a:solidFill>
              </a:defRPr>
            </a:lvl1pPr>
            <a:lvl2pPr marL="990575" indent="-380990">
              <a:buClr>
                <a:srgbClr val="E30613"/>
              </a:buClr>
              <a:buSzPct val="90000"/>
              <a:buFont typeface="Wingdings" charset="2"/>
              <a:buChar char="§"/>
              <a:defRPr>
                <a:solidFill>
                  <a:schemeClr val="tx2"/>
                </a:solidFill>
              </a:defRPr>
            </a:lvl2pPr>
            <a:lvl3pPr marL="1523962" indent="-304792">
              <a:buClr>
                <a:srgbClr val="E30613"/>
              </a:buClr>
              <a:buSzPct val="90000"/>
              <a:buFont typeface="Wingdings" charset="2"/>
              <a:buChar char="§"/>
              <a:defRPr>
                <a:solidFill>
                  <a:schemeClr val="tx2"/>
                </a:solidFill>
              </a:defRPr>
            </a:lvl3pPr>
            <a:lvl4pPr marL="2133547" indent="-304792">
              <a:buClr>
                <a:srgbClr val="E30613"/>
              </a:buClr>
              <a:buSzPct val="90000"/>
              <a:buFont typeface="Wingdings" charset="2"/>
              <a:buChar char="§"/>
              <a:defRPr>
                <a:solidFill>
                  <a:schemeClr val="tx2"/>
                </a:solidFill>
              </a:defRPr>
            </a:lvl4pPr>
            <a:lvl5pPr marL="2743131" indent="-304792">
              <a:buClr>
                <a:srgbClr val="E30613"/>
              </a:buClr>
              <a:buSzPct val="90000"/>
              <a:buFont typeface="Wingdings" charset="2"/>
              <a:buChar char="§"/>
              <a:defRPr>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Slide Number Placeholder 4"/>
          <p:cNvSpPr>
            <a:spLocks noGrp="1"/>
          </p:cNvSpPr>
          <p:nvPr>
            <p:ph type="sldNum" sz="quarter" idx="15"/>
          </p:nvPr>
        </p:nvSpPr>
        <p:spPr>
          <a:xfrm>
            <a:off x="560917" y="6435811"/>
            <a:ext cx="2844800" cy="365125"/>
          </a:xfrm>
          <a:prstGeom prst="rect">
            <a:avLst/>
          </a:prstGeom>
        </p:spPr>
        <p:txBody>
          <a:bodyPr/>
          <a:lstStyle/>
          <a:p>
            <a:fld id="{E52D2AFC-71C4-4511-B128-4ECEE52D3027}" type="slidenum">
              <a:rPr lang="en-ZA" smtClean="0"/>
              <a:pPr/>
              <a:t>‹#›</a:t>
            </a:fld>
            <a:endParaRPr lang="en-ZA" dirty="0"/>
          </a:p>
        </p:txBody>
      </p:sp>
      <p:sp>
        <p:nvSpPr>
          <p:cNvPr id="5" name="Title Placeholder 1"/>
          <p:cNvSpPr>
            <a:spLocks noGrp="1"/>
          </p:cNvSpPr>
          <p:nvPr>
            <p:ph type="title"/>
          </p:nvPr>
        </p:nvSpPr>
        <p:spPr>
          <a:xfrm>
            <a:off x="812391" y="185841"/>
            <a:ext cx="9865749" cy="577484"/>
          </a:xfrm>
          <a:prstGeom prst="rect">
            <a:avLst/>
          </a:prstGeom>
        </p:spPr>
        <p:txBody>
          <a:bodyPr vert="horz" lIns="91440" tIns="45720" rIns="91440" bIns="45720" rtlCol="0" anchor="t" anchorCtr="0">
            <a:normAutofit/>
          </a:bodyPr>
          <a:lstStyle>
            <a:lvl1pPr>
              <a:defRPr sz="2667" b="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1632007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lvl1pPr>
          </a:lstStyle>
          <a:p>
            <a:r>
              <a:rPr lang="en-GB"/>
              <a:t>Click to edit Master title style</a:t>
            </a:r>
          </a:p>
        </p:txBody>
      </p:sp>
      <p:sp>
        <p:nvSpPr>
          <p:cNvPr id="3" name="Date Placeholder 2"/>
          <p:cNvSpPr>
            <a:spLocks noGrp="1"/>
          </p:cNvSpPr>
          <p:nvPr>
            <p:ph type="dt" sz="half" idx="10"/>
          </p:nvPr>
        </p:nvSpPr>
        <p:spPr/>
        <p:txBody>
          <a:bodyPr/>
          <a:lstStyle/>
          <a:p>
            <a:fld id="{E709039E-3F48-4BF4-BC59-03AB40DD2DC0}" type="datetime1">
              <a:rPr lang="en-GB" smtClean="0"/>
              <a:t>22/08/2023</a:t>
            </a:fld>
            <a:endParaRPr lang="en-GB"/>
          </a:p>
        </p:txBody>
      </p:sp>
      <p:sp>
        <p:nvSpPr>
          <p:cNvPr id="4" name="Footer Placeholder 3"/>
          <p:cNvSpPr>
            <a:spLocks noGrp="1"/>
          </p:cNvSpPr>
          <p:nvPr>
            <p:ph type="ftr" sz="quarter" idx="11"/>
          </p:nvPr>
        </p:nvSpPr>
        <p:spPr/>
        <p:txBody>
          <a:bodyPr/>
          <a:lstStyle/>
          <a:p>
            <a:r>
              <a:rPr lang="en-GB"/>
              <a:t>© GSMA 2022</a:t>
            </a:r>
          </a:p>
        </p:txBody>
      </p:sp>
      <p:sp>
        <p:nvSpPr>
          <p:cNvPr id="5" name="Slide Number Placeholder 4"/>
          <p:cNvSpPr>
            <a:spLocks noGrp="1"/>
          </p:cNvSpPr>
          <p:nvPr>
            <p:ph type="sldNum" sz="quarter" idx="12"/>
          </p:nvPr>
        </p:nvSpPr>
        <p:spPr/>
        <p:txBody>
          <a:bodyPr/>
          <a:lstStyle/>
          <a:p>
            <a:fld id="{B51C77D3-387C-4881-A960-1F7F91E3F80B}" type="slidenum">
              <a:rPr lang="en-GB" smtClean="0"/>
              <a:t>‹#›</a:t>
            </a:fld>
            <a:endParaRPr lang="en-GB"/>
          </a:p>
        </p:txBody>
      </p:sp>
      <p:pic>
        <p:nvPicPr>
          <p:cNvPr id="8" name="Graphic 7">
            <a:extLst>
              <a:ext uri="{FF2B5EF4-FFF2-40B4-BE49-F238E27FC236}">
                <a16:creationId xmlns:a16="http://schemas.microsoft.com/office/drawing/2014/main" id="{9EBFC167-B716-A327-ECFD-AEC5D22B5F1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196720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_White">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lvl1pPr>
          </a:lstStyle>
          <a:p>
            <a:r>
              <a:rPr lang="en-GB"/>
              <a:t>Click to edit Master title style</a:t>
            </a:r>
          </a:p>
        </p:txBody>
      </p:sp>
      <p:sp>
        <p:nvSpPr>
          <p:cNvPr id="3" name="Content Placeholder 2"/>
          <p:cNvSpPr>
            <a:spLocks noGrp="1"/>
          </p:cNvSpPr>
          <p:nvPr>
            <p:ph idx="1"/>
          </p:nvPr>
        </p:nvSpPr>
        <p:spPr/>
        <p:txBody>
          <a:bodyPr/>
          <a:lstStyle>
            <a:lvl1pPr>
              <a:defRPr sz="2200">
                <a:solidFill>
                  <a:schemeClr val="accent4"/>
                </a:solidFill>
              </a:defRPr>
            </a:lvl1pPr>
            <a:lvl2pPr>
              <a:defRPr sz="2200"/>
            </a:lvl2pPr>
            <a:lvl3pPr>
              <a:defRPr sz="1600"/>
            </a:lvl3pPr>
            <a:lvl4pPr>
              <a:buClr>
                <a:schemeClr val="accent4"/>
              </a:buClr>
              <a:defRPr sz="1600"/>
            </a:lvl4pPr>
            <a:lvl5pPr>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7CCEADB6-F722-4B9F-A14D-58DDD1683164}" type="datetime1">
              <a:rPr lang="en-GB" smtClean="0"/>
              <a:t>22/08/2023</a:t>
            </a:fld>
            <a:endParaRPr lang="en-GB"/>
          </a:p>
        </p:txBody>
      </p:sp>
      <p:sp>
        <p:nvSpPr>
          <p:cNvPr id="5" name="Footer Placeholder 4"/>
          <p:cNvSpPr>
            <a:spLocks noGrp="1"/>
          </p:cNvSpPr>
          <p:nvPr>
            <p:ph type="ftr" sz="quarter" idx="11"/>
          </p:nvPr>
        </p:nvSpPr>
        <p:spPr/>
        <p:txBody>
          <a:bodyPr/>
          <a:lstStyle/>
          <a:p>
            <a:r>
              <a:rPr lang="en-GB"/>
              <a:t>© GSMA 2022</a:t>
            </a:r>
          </a:p>
        </p:txBody>
      </p:sp>
      <p:sp>
        <p:nvSpPr>
          <p:cNvPr id="6" name="Slide Number Placeholder 5"/>
          <p:cNvSpPr>
            <a:spLocks noGrp="1"/>
          </p:cNvSpPr>
          <p:nvPr>
            <p:ph type="sldNum" sz="quarter" idx="12"/>
          </p:nvPr>
        </p:nvSpPr>
        <p:spPr/>
        <p:txBody>
          <a:bodyPr/>
          <a:lstStyle/>
          <a:p>
            <a:fld id="{B51C77D3-387C-4881-A960-1F7F91E3F80B}" type="slidenum">
              <a:rPr lang="en-GB" smtClean="0"/>
              <a:t>‹#›</a:t>
            </a:fld>
            <a:endParaRPr lang="en-GB"/>
          </a:p>
        </p:txBody>
      </p:sp>
      <p:pic>
        <p:nvPicPr>
          <p:cNvPr id="9" name="Graphic 8">
            <a:extLst>
              <a:ext uri="{FF2B5EF4-FFF2-40B4-BE49-F238E27FC236}">
                <a16:creationId xmlns:a16="http://schemas.microsoft.com/office/drawing/2014/main" id="{B8B74983-247E-E6E7-44B9-B45188B0AB0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1131885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4"/>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DA05A00C-646A-78AA-0057-40FFC58F46B8}"/>
              </a:ext>
            </a:extLst>
          </p:cNvPr>
          <p:cNvSpPr>
            <a:spLocks noGrp="1"/>
          </p:cNvSpPr>
          <p:nvPr>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9" name="Footer Placeholder 8">
            <a:extLst>
              <a:ext uri="{FF2B5EF4-FFF2-40B4-BE49-F238E27FC236}">
                <a16:creationId xmlns:a16="http://schemas.microsoft.com/office/drawing/2014/main" id="{F422CB22-A80F-B3D8-0213-5BA9FAAD675B}"/>
              </a:ext>
            </a:extLst>
          </p:cNvPr>
          <p:cNvSpPr>
            <a:spLocks noGrp="1"/>
          </p:cNvSpPr>
          <p:nvPr>
            <p:ph type="ftr" sz="quarter" idx="11"/>
          </p:nvPr>
        </p:nvSpPr>
        <p:spPr/>
        <p:txBody>
          <a:bodyPr/>
          <a:lstStyle>
            <a:lvl1pPr>
              <a:defRPr>
                <a:solidFill>
                  <a:schemeClr val="bg1"/>
                </a:solidFill>
              </a:defRPr>
            </a:lvl1pPr>
          </a:lstStyle>
          <a:p>
            <a:r>
              <a:rPr lang="en-GB"/>
              <a:t>© GSMA 2022</a:t>
            </a:r>
          </a:p>
        </p:txBody>
      </p:sp>
      <p:sp>
        <p:nvSpPr>
          <p:cNvPr id="10" name="Slide Number Placeholder 9">
            <a:extLst>
              <a:ext uri="{FF2B5EF4-FFF2-40B4-BE49-F238E27FC236}">
                <a16:creationId xmlns:a16="http://schemas.microsoft.com/office/drawing/2014/main" id="{E49CDB8D-9295-3AC0-B4E8-596DA43879B9}"/>
              </a:ext>
            </a:extLst>
          </p:cNvPr>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sp>
        <p:nvSpPr>
          <p:cNvPr id="11" name="Title 10">
            <a:extLst>
              <a:ext uri="{FF2B5EF4-FFF2-40B4-BE49-F238E27FC236}">
                <a16:creationId xmlns:a16="http://schemas.microsoft.com/office/drawing/2014/main" id="{9C5A4D93-8CE8-20E4-92D9-E14FE07BBD0A}"/>
              </a:ext>
            </a:extLst>
          </p:cNvPr>
          <p:cNvSpPr>
            <a:spLocks noGrp="1"/>
          </p:cNvSpPr>
          <p:nvPr>
            <p:ph type="title" hasCustomPrompt="1"/>
          </p:nvPr>
        </p:nvSpPr>
        <p:spPr>
          <a:xfrm>
            <a:off x="440561" y="1784171"/>
            <a:ext cx="11310086" cy="638637"/>
          </a:xfrm>
        </p:spPr>
        <p:txBody>
          <a:bodyPr/>
          <a:lstStyle>
            <a:lvl1pPr>
              <a:defRPr sz="5000">
                <a:solidFill>
                  <a:schemeClr val="bg1"/>
                </a:solidFill>
              </a:defRPr>
            </a:lvl1pPr>
          </a:lstStyle>
          <a:p>
            <a:r>
              <a:rPr lang="en-GB"/>
              <a:t>Click to add title</a:t>
            </a:r>
          </a:p>
        </p:txBody>
      </p:sp>
      <p:pic>
        <p:nvPicPr>
          <p:cNvPr id="3" name="Graphic 2">
            <a:extLst>
              <a:ext uri="{FF2B5EF4-FFF2-40B4-BE49-F238E27FC236}">
                <a16:creationId xmlns:a16="http://schemas.microsoft.com/office/drawing/2014/main" id="{2AB830C5-48C1-F895-C775-9780DF9B3487}"/>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13" name="Text Placeholder 10">
            <a:extLst>
              <a:ext uri="{FF2B5EF4-FFF2-40B4-BE49-F238E27FC236}">
                <a16:creationId xmlns:a16="http://schemas.microsoft.com/office/drawing/2014/main" id="{C82A8F72-CB80-8FA5-CB83-FA47A6936429}"/>
              </a:ext>
            </a:extLst>
          </p:cNvPr>
          <p:cNvSpPr>
            <a:spLocks noGrp="1"/>
          </p:cNvSpPr>
          <p:nvPr>
            <p:ph type="body" sz="quarter" idx="14"/>
          </p:nvPr>
        </p:nvSpPr>
        <p:spPr>
          <a:xfrm>
            <a:off x="440560" y="2575207"/>
            <a:ext cx="11310086" cy="484748"/>
          </a:xfrm>
        </p:spPr>
        <p:txBody>
          <a:bodyPr/>
          <a:lstStyle>
            <a:lvl1pPr>
              <a:defRPr sz="2700" b="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1103476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_Picture">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F9860D8-2D96-3FA5-00BA-AFE16A53A13E}"/>
              </a:ext>
            </a:extLst>
          </p:cNvPr>
          <p:cNvSpPr>
            <a:spLocks noGrp="1"/>
          </p:cNvSpPr>
          <p:nvPr>
            <p:ph type="pic" sz="quarter" idx="13"/>
          </p:nvPr>
        </p:nvSpPr>
        <p:spPr>
          <a:xfrm>
            <a:off x="0" y="0"/>
            <a:ext cx="12192000" cy="6858000"/>
          </a:xfrm>
          <a:custGeom>
            <a:avLst/>
            <a:gdLst>
              <a:gd name="connsiteX0" fmla="*/ 23225505 w 24382413"/>
              <a:gd name="connsiteY0" fmla="*/ 12921643 h 13716000"/>
              <a:gd name="connsiteX1" fmla="*/ 23325369 w 24382413"/>
              <a:gd name="connsiteY1" fmla="*/ 13067184 h 13716000"/>
              <a:gd name="connsiteX2" fmla="*/ 23125929 w 24382413"/>
              <a:gd name="connsiteY2" fmla="*/ 13067184 h 13716000"/>
              <a:gd name="connsiteX3" fmla="*/ 23177533 w 24382413"/>
              <a:gd name="connsiteY3" fmla="*/ 12879434 h 13716000"/>
              <a:gd name="connsiteX4" fmla="*/ 22955065 w 24382413"/>
              <a:gd name="connsiteY4" fmla="*/ 13196436 h 13716000"/>
              <a:gd name="connsiteX5" fmla="*/ 23037345 w 24382413"/>
              <a:gd name="connsiteY5" fmla="*/ 13196436 h 13716000"/>
              <a:gd name="connsiteX6" fmla="*/ 23086145 w 24382413"/>
              <a:gd name="connsiteY6" fmla="*/ 13125250 h 13716000"/>
              <a:gd name="connsiteX7" fmla="*/ 23365241 w 24382413"/>
              <a:gd name="connsiteY7" fmla="*/ 13125250 h 13716000"/>
              <a:gd name="connsiteX8" fmla="*/ 23414065 w 24382413"/>
              <a:gd name="connsiteY8" fmla="*/ 13196436 h 13716000"/>
              <a:gd name="connsiteX9" fmla="*/ 23499765 w 24382413"/>
              <a:gd name="connsiteY9" fmla="*/ 13196436 h 13716000"/>
              <a:gd name="connsiteX10" fmla="*/ 23277297 w 24382413"/>
              <a:gd name="connsiteY10" fmla="*/ 12879434 h 13716000"/>
              <a:gd name="connsiteX11" fmla="*/ 22395285 w 24382413"/>
              <a:gd name="connsiteY11" fmla="*/ 12879434 h 13716000"/>
              <a:gd name="connsiteX12" fmla="*/ 22395285 w 24382413"/>
              <a:gd name="connsiteY12" fmla="*/ 13196436 h 13716000"/>
              <a:gd name="connsiteX13" fmla="*/ 22468565 w 24382413"/>
              <a:gd name="connsiteY13" fmla="*/ 13196436 h 13716000"/>
              <a:gd name="connsiteX14" fmla="*/ 22468565 w 24382413"/>
              <a:gd name="connsiteY14" fmla="*/ 12966222 h 13716000"/>
              <a:gd name="connsiteX15" fmla="*/ 22613365 w 24382413"/>
              <a:gd name="connsiteY15" fmla="*/ 13196436 h 13716000"/>
              <a:gd name="connsiteX16" fmla="*/ 22713493 w 24382413"/>
              <a:gd name="connsiteY16" fmla="*/ 13196436 h 13716000"/>
              <a:gd name="connsiteX17" fmla="*/ 22857973 w 24382413"/>
              <a:gd name="connsiteY17" fmla="*/ 12967331 h 13716000"/>
              <a:gd name="connsiteX18" fmla="*/ 22858217 w 24382413"/>
              <a:gd name="connsiteY18" fmla="*/ 13196436 h 13716000"/>
              <a:gd name="connsiteX19" fmla="*/ 22932581 w 24382413"/>
              <a:gd name="connsiteY19" fmla="*/ 13196436 h 13716000"/>
              <a:gd name="connsiteX20" fmla="*/ 22932581 w 24382413"/>
              <a:gd name="connsiteY20" fmla="*/ 12879434 h 13716000"/>
              <a:gd name="connsiteX21" fmla="*/ 22838049 w 24382413"/>
              <a:gd name="connsiteY21" fmla="*/ 12879434 h 13716000"/>
              <a:gd name="connsiteX22" fmla="*/ 22664893 w 24382413"/>
              <a:gd name="connsiteY22" fmla="*/ 13150969 h 13716000"/>
              <a:gd name="connsiteX23" fmla="*/ 22491913 w 24382413"/>
              <a:gd name="connsiteY23" fmla="*/ 12879434 h 13716000"/>
              <a:gd name="connsiteX24" fmla="*/ 23439715 w 24382413"/>
              <a:gd name="connsiteY24" fmla="*/ 12879368 h 13716000"/>
              <a:gd name="connsiteX25" fmla="*/ 23439715 w 24382413"/>
              <a:gd name="connsiteY25" fmla="*/ 12926951 h 13716000"/>
              <a:gd name="connsiteX26" fmla="*/ 23447937 w 24382413"/>
              <a:gd name="connsiteY26" fmla="*/ 12926951 h 13716000"/>
              <a:gd name="connsiteX27" fmla="*/ 23447937 w 24382413"/>
              <a:gd name="connsiteY27" fmla="*/ 12892965 h 13716000"/>
              <a:gd name="connsiteX28" fmla="*/ 23462819 w 24382413"/>
              <a:gd name="connsiteY28" fmla="*/ 12915260 h 13716000"/>
              <a:gd name="connsiteX29" fmla="*/ 23463085 w 24382413"/>
              <a:gd name="connsiteY29" fmla="*/ 12915260 h 13716000"/>
              <a:gd name="connsiteX30" fmla="*/ 23478145 w 24382413"/>
              <a:gd name="connsiteY30" fmla="*/ 12892832 h 13716000"/>
              <a:gd name="connsiteX31" fmla="*/ 23478145 w 24382413"/>
              <a:gd name="connsiteY31" fmla="*/ 12926951 h 13716000"/>
              <a:gd name="connsiteX32" fmla="*/ 23486501 w 24382413"/>
              <a:gd name="connsiteY32" fmla="*/ 12926951 h 13716000"/>
              <a:gd name="connsiteX33" fmla="*/ 23486501 w 24382413"/>
              <a:gd name="connsiteY33" fmla="*/ 12879368 h 13716000"/>
              <a:gd name="connsiteX34" fmla="*/ 23477591 w 24382413"/>
              <a:gd name="connsiteY34" fmla="*/ 12879368 h 13716000"/>
              <a:gd name="connsiteX35" fmla="*/ 23463109 w 24382413"/>
              <a:gd name="connsiteY35" fmla="*/ 12901863 h 13716000"/>
              <a:gd name="connsiteX36" fmla="*/ 23448625 w 24382413"/>
              <a:gd name="connsiteY36" fmla="*/ 12879368 h 13716000"/>
              <a:gd name="connsiteX37" fmla="*/ 23395289 w 24382413"/>
              <a:gd name="connsiteY37" fmla="*/ 12879368 h 13716000"/>
              <a:gd name="connsiteX38" fmla="*/ 23395289 w 24382413"/>
              <a:gd name="connsiteY38" fmla="*/ 12887114 h 13716000"/>
              <a:gd name="connsiteX39" fmla="*/ 23410385 w 24382413"/>
              <a:gd name="connsiteY39" fmla="*/ 12887114 h 13716000"/>
              <a:gd name="connsiteX40" fmla="*/ 23410385 w 24382413"/>
              <a:gd name="connsiteY40" fmla="*/ 12926951 h 13716000"/>
              <a:gd name="connsiteX41" fmla="*/ 23418805 w 24382413"/>
              <a:gd name="connsiteY41" fmla="*/ 12926951 h 13716000"/>
              <a:gd name="connsiteX42" fmla="*/ 23418805 w 24382413"/>
              <a:gd name="connsiteY42" fmla="*/ 12887114 h 13716000"/>
              <a:gd name="connsiteX43" fmla="*/ 23433897 w 24382413"/>
              <a:gd name="connsiteY43" fmla="*/ 12887114 h 13716000"/>
              <a:gd name="connsiteX44" fmla="*/ 23433897 w 24382413"/>
              <a:gd name="connsiteY44" fmla="*/ 12879368 h 13716000"/>
              <a:gd name="connsiteX45" fmla="*/ 22114917 w 24382413"/>
              <a:gd name="connsiteY45" fmla="*/ 12871279 h 13716000"/>
              <a:gd name="connsiteX46" fmla="*/ 21932765 w 24382413"/>
              <a:gd name="connsiteY46" fmla="*/ 12909753 h 13716000"/>
              <a:gd name="connsiteX47" fmla="*/ 21909693 w 24382413"/>
              <a:gd name="connsiteY47" fmla="*/ 12973393 h 13716000"/>
              <a:gd name="connsiteX48" fmla="*/ 21928421 w 24382413"/>
              <a:gd name="connsiteY48" fmla="*/ 13027569 h 13716000"/>
              <a:gd name="connsiteX49" fmla="*/ 22121189 w 24382413"/>
              <a:gd name="connsiteY49" fmla="*/ 13067140 h 13716000"/>
              <a:gd name="connsiteX50" fmla="*/ 22261821 w 24382413"/>
              <a:gd name="connsiteY50" fmla="*/ 13086422 h 13716000"/>
              <a:gd name="connsiteX51" fmla="*/ 22269113 w 24382413"/>
              <a:gd name="connsiteY51" fmla="*/ 13107177 h 13716000"/>
              <a:gd name="connsiteX52" fmla="*/ 22260993 w 24382413"/>
              <a:gd name="connsiteY52" fmla="*/ 13128109 h 13716000"/>
              <a:gd name="connsiteX53" fmla="*/ 22128661 w 24382413"/>
              <a:gd name="connsiteY53" fmla="*/ 13147391 h 13716000"/>
              <a:gd name="connsiteX54" fmla="*/ 21900905 w 24382413"/>
              <a:gd name="connsiteY54" fmla="*/ 13105792 h 13716000"/>
              <a:gd name="connsiteX55" fmla="*/ 21900905 w 24382413"/>
              <a:gd name="connsiteY55" fmla="*/ 13168966 h 13716000"/>
              <a:gd name="connsiteX56" fmla="*/ 22128661 w 24382413"/>
              <a:gd name="connsiteY56" fmla="*/ 13204592 h 13716000"/>
              <a:gd name="connsiteX57" fmla="*/ 22320697 w 24382413"/>
              <a:gd name="connsiteY57" fmla="*/ 13163359 h 13716000"/>
              <a:gd name="connsiteX58" fmla="*/ 22343401 w 24382413"/>
              <a:gd name="connsiteY58" fmla="*/ 13099365 h 13716000"/>
              <a:gd name="connsiteX59" fmla="*/ 22323381 w 24382413"/>
              <a:gd name="connsiteY59" fmla="*/ 13043349 h 13716000"/>
              <a:gd name="connsiteX60" fmla="*/ 22125901 w 24382413"/>
              <a:gd name="connsiteY60" fmla="*/ 13004321 h 13716000"/>
              <a:gd name="connsiteX61" fmla="*/ 21990621 w 24382413"/>
              <a:gd name="connsiteY61" fmla="*/ 12985316 h 13716000"/>
              <a:gd name="connsiteX62" fmla="*/ 21983973 w 24382413"/>
              <a:gd name="connsiteY62" fmla="*/ 12966589 h 13716000"/>
              <a:gd name="connsiteX63" fmla="*/ 21991453 w 24382413"/>
              <a:gd name="connsiteY63" fmla="*/ 12946476 h 13716000"/>
              <a:gd name="connsiteX64" fmla="*/ 22115109 w 24382413"/>
              <a:gd name="connsiteY64" fmla="*/ 12928480 h 13716000"/>
              <a:gd name="connsiteX65" fmla="*/ 22316653 w 24382413"/>
              <a:gd name="connsiteY65" fmla="*/ 12964295 h 13716000"/>
              <a:gd name="connsiteX66" fmla="*/ 22316653 w 24382413"/>
              <a:gd name="connsiteY66" fmla="*/ 12901121 h 13716000"/>
              <a:gd name="connsiteX67" fmla="*/ 22114917 w 24382413"/>
              <a:gd name="connsiteY67" fmla="*/ 12871279 h 13716000"/>
              <a:gd name="connsiteX68" fmla="*/ 21626945 w 24382413"/>
              <a:gd name="connsiteY68" fmla="*/ 12871279 h 13716000"/>
              <a:gd name="connsiteX69" fmla="*/ 21413853 w 24382413"/>
              <a:gd name="connsiteY69" fmla="*/ 12927428 h 13716000"/>
              <a:gd name="connsiteX70" fmla="*/ 21372165 w 24382413"/>
              <a:gd name="connsiteY70" fmla="*/ 13037930 h 13716000"/>
              <a:gd name="connsiteX71" fmla="*/ 21413853 w 24382413"/>
              <a:gd name="connsiteY71" fmla="*/ 13148078 h 13716000"/>
              <a:gd name="connsiteX72" fmla="*/ 21626125 w 24382413"/>
              <a:gd name="connsiteY72" fmla="*/ 13204592 h 13716000"/>
              <a:gd name="connsiteX73" fmla="*/ 21824657 w 24382413"/>
              <a:gd name="connsiteY73" fmla="*/ 13153596 h 13716000"/>
              <a:gd name="connsiteX74" fmla="*/ 21858333 w 24382413"/>
              <a:gd name="connsiteY74" fmla="*/ 13056591 h 13716000"/>
              <a:gd name="connsiteX75" fmla="*/ 21858333 w 24382413"/>
              <a:gd name="connsiteY75" fmla="*/ 13019181 h 13716000"/>
              <a:gd name="connsiteX76" fmla="*/ 21587805 w 24382413"/>
              <a:gd name="connsiteY76" fmla="*/ 13019192 h 13716000"/>
              <a:gd name="connsiteX77" fmla="*/ 21587805 w 24382413"/>
              <a:gd name="connsiteY77" fmla="*/ 13076792 h 13716000"/>
              <a:gd name="connsiteX78" fmla="*/ 21783701 w 24382413"/>
              <a:gd name="connsiteY78" fmla="*/ 13076792 h 13716000"/>
              <a:gd name="connsiteX79" fmla="*/ 21768045 w 24382413"/>
              <a:gd name="connsiteY79" fmla="*/ 13116097 h 13716000"/>
              <a:gd name="connsiteX80" fmla="*/ 21626137 w 24382413"/>
              <a:gd name="connsiteY80" fmla="*/ 13146892 h 13716000"/>
              <a:gd name="connsiteX81" fmla="*/ 21472305 w 24382413"/>
              <a:gd name="connsiteY81" fmla="*/ 13109482 h 13716000"/>
              <a:gd name="connsiteX82" fmla="*/ 21447453 w 24382413"/>
              <a:gd name="connsiteY82" fmla="*/ 13037930 h 13716000"/>
              <a:gd name="connsiteX83" fmla="*/ 21472661 w 24382413"/>
              <a:gd name="connsiteY83" fmla="*/ 12966467 h 13716000"/>
              <a:gd name="connsiteX84" fmla="*/ 21626581 w 24382413"/>
              <a:gd name="connsiteY84" fmla="*/ 12930697 h 13716000"/>
              <a:gd name="connsiteX85" fmla="*/ 21835673 w 24382413"/>
              <a:gd name="connsiteY85" fmla="*/ 12972185 h 13716000"/>
              <a:gd name="connsiteX86" fmla="*/ 21835673 w 24382413"/>
              <a:gd name="connsiteY86" fmla="*/ 12905520 h 13716000"/>
              <a:gd name="connsiteX87" fmla="*/ 21626945 w 24382413"/>
              <a:gd name="connsiteY87" fmla="*/ 12871279 h 13716000"/>
              <a:gd name="connsiteX88" fmla="*/ 0 w 24382413"/>
              <a:gd name="connsiteY88" fmla="*/ 0 h 13716000"/>
              <a:gd name="connsiteX89" fmla="*/ 24382413 w 24382413"/>
              <a:gd name="connsiteY89" fmla="*/ 0 h 13716000"/>
              <a:gd name="connsiteX90" fmla="*/ 24382413 w 24382413"/>
              <a:gd name="connsiteY90" fmla="*/ 13716000 h 13716000"/>
              <a:gd name="connsiteX91" fmla="*/ 0 w 24382413"/>
              <a:gd name="connsiteY91"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4382413" h="13716000">
                <a:moveTo>
                  <a:pt x="23225505" y="12921643"/>
                </a:moveTo>
                <a:lnTo>
                  <a:pt x="23325369" y="13067184"/>
                </a:lnTo>
                <a:lnTo>
                  <a:pt x="23125929" y="13067184"/>
                </a:lnTo>
                <a:close/>
                <a:moveTo>
                  <a:pt x="23177533" y="12879434"/>
                </a:moveTo>
                <a:lnTo>
                  <a:pt x="22955065" y="13196436"/>
                </a:lnTo>
                <a:lnTo>
                  <a:pt x="23037345" y="13196436"/>
                </a:lnTo>
                <a:lnTo>
                  <a:pt x="23086145" y="13125250"/>
                </a:lnTo>
                <a:lnTo>
                  <a:pt x="23365241" y="13125250"/>
                </a:lnTo>
                <a:lnTo>
                  <a:pt x="23414065" y="13196436"/>
                </a:lnTo>
                <a:lnTo>
                  <a:pt x="23499765" y="13196436"/>
                </a:lnTo>
                <a:lnTo>
                  <a:pt x="23277297" y="12879434"/>
                </a:lnTo>
                <a:close/>
                <a:moveTo>
                  <a:pt x="22395285" y="12879434"/>
                </a:moveTo>
                <a:lnTo>
                  <a:pt x="22395285" y="13196436"/>
                </a:lnTo>
                <a:lnTo>
                  <a:pt x="22468565" y="13196436"/>
                </a:lnTo>
                <a:lnTo>
                  <a:pt x="22468565" y="12966222"/>
                </a:lnTo>
                <a:lnTo>
                  <a:pt x="22613365" y="13196436"/>
                </a:lnTo>
                <a:lnTo>
                  <a:pt x="22713493" y="13196436"/>
                </a:lnTo>
                <a:lnTo>
                  <a:pt x="22857973" y="12967331"/>
                </a:lnTo>
                <a:lnTo>
                  <a:pt x="22858217" y="13196436"/>
                </a:lnTo>
                <a:lnTo>
                  <a:pt x="22932581" y="13196436"/>
                </a:lnTo>
                <a:lnTo>
                  <a:pt x="22932581" y="12879434"/>
                </a:lnTo>
                <a:lnTo>
                  <a:pt x="22838049" y="12879434"/>
                </a:lnTo>
                <a:lnTo>
                  <a:pt x="22664893" y="13150969"/>
                </a:lnTo>
                <a:lnTo>
                  <a:pt x="22491913" y="12879434"/>
                </a:lnTo>
                <a:close/>
                <a:moveTo>
                  <a:pt x="23439715" y="12879368"/>
                </a:moveTo>
                <a:lnTo>
                  <a:pt x="23439715" y="12926951"/>
                </a:lnTo>
                <a:lnTo>
                  <a:pt x="23447937" y="12926951"/>
                </a:lnTo>
                <a:lnTo>
                  <a:pt x="23447937" y="12892965"/>
                </a:lnTo>
                <a:lnTo>
                  <a:pt x="23462819" y="12915260"/>
                </a:lnTo>
                <a:lnTo>
                  <a:pt x="23463085" y="12915260"/>
                </a:lnTo>
                <a:lnTo>
                  <a:pt x="23478145" y="12892832"/>
                </a:lnTo>
                <a:lnTo>
                  <a:pt x="23478145" y="12926951"/>
                </a:lnTo>
                <a:lnTo>
                  <a:pt x="23486501" y="12926951"/>
                </a:lnTo>
                <a:lnTo>
                  <a:pt x="23486501" y="12879368"/>
                </a:lnTo>
                <a:lnTo>
                  <a:pt x="23477591" y="12879368"/>
                </a:lnTo>
                <a:lnTo>
                  <a:pt x="23463109" y="12901863"/>
                </a:lnTo>
                <a:lnTo>
                  <a:pt x="23448625" y="12879368"/>
                </a:lnTo>
                <a:close/>
                <a:moveTo>
                  <a:pt x="23395289" y="12879368"/>
                </a:moveTo>
                <a:lnTo>
                  <a:pt x="23395289" y="12887114"/>
                </a:lnTo>
                <a:lnTo>
                  <a:pt x="23410385" y="12887114"/>
                </a:lnTo>
                <a:lnTo>
                  <a:pt x="23410385" y="12926951"/>
                </a:lnTo>
                <a:lnTo>
                  <a:pt x="23418805" y="12926951"/>
                </a:lnTo>
                <a:lnTo>
                  <a:pt x="23418805" y="12887114"/>
                </a:lnTo>
                <a:lnTo>
                  <a:pt x="23433897" y="12887114"/>
                </a:lnTo>
                <a:lnTo>
                  <a:pt x="23433897" y="12879368"/>
                </a:lnTo>
                <a:close/>
                <a:moveTo>
                  <a:pt x="22114917" y="12871279"/>
                </a:moveTo>
                <a:cubicBezTo>
                  <a:pt x="22002345" y="12871279"/>
                  <a:pt x="21956201" y="12886427"/>
                  <a:pt x="21932765" y="12909753"/>
                </a:cubicBezTo>
                <a:cubicBezTo>
                  <a:pt x="21914681" y="12927749"/>
                  <a:pt x="21909693" y="12949790"/>
                  <a:pt x="21909693" y="12973393"/>
                </a:cubicBezTo>
                <a:cubicBezTo>
                  <a:pt x="21909693" y="12996442"/>
                  <a:pt x="21915589" y="13014804"/>
                  <a:pt x="21928421" y="13027569"/>
                </a:cubicBezTo>
                <a:cubicBezTo>
                  <a:pt x="21951581" y="13050618"/>
                  <a:pt x="21994589" y="13061356"/>
                  <a:pt x="22121189" y="13067140"/>
                </a:cubicBezTo>
                <a:cubicBezTo>
                  <a:pt x="22234597" y="13072559"/>
                  <a:pt x="22252225" y="13076870"/>
                  <a:pt x="22261821" y="13086422"/>
                </a:cubicBezTo>
                <a:cubicBezTo>
                  <a:pt x="22266985" y="13091563"/>
                  <a:pt x="22269113" y="13098268"/>
                  <a:pt x="22269113" y="13107177"/>
                </a:cubicBezTo>
                <a:cubicBezTo>
                  <a:pt x="22269113" y="13114801"/>
                  <a:pt x="22267085" y="13122048"/>
                  <a:pt x="22260993" y="13128109"/>
                </a:cubicBezTo>
                <a:cubicBezTo>
                  <a:pt x="22247973" y="13141052"/>
                  <a:pt x="22214937" y="13147391"/>
                  <a:pt x="22128661" y="13147391"/>
                </a:cubicBezTo>
                <a:cubicBezTo>
                  <a:pt x="22051045" y="13147391"/>
                  <a:pt x="21948801" y="13128375"/>
                  <a:pt x="21900905" y="13105792"/>
                </a:cubicBezTo>
                <a:lnTo>
                  <a:pt x="21900905" y="13168966"/>
                </a:lnTo>
                <a:cubicBezTo>
                  <a:pt x="21950649" y="13190364"/>
                  <a:pt x="22038593" y="13204592"/>
                  <a:pt x="22128661" y="13204592"/>
                </a:cubicBezTo>
                <a:cubicBezTo>
                  <a:pt x="22250377" y="13204592"/>
                  <a:pt x="22297437" y="13186497"/>
                  <a:pt x="22320697" y="13163359"/>
                </a:cubicBezTo>
                <a:cubicBezTo>
                  <a:pt x="22338329" y="13145828"/>
                  <a:pt x="22343401" y="13123422"/>
                  <a:pt x="22343401" y="13099365"/>
                </a:cubicBezTo>
                <a:cubicBezTo>
                  <a:pt x="22343401" y="13076404"/>
                  <a:pt x="22336389" y="13056292"/>
                  <a:pt x="22323381" y="13043349"/>
                </a:cubicBezTo>
                <a:cubicBezTo>
                  <a:pt x="22300497" y="13020577"/>
                  <a:pt x="22259517" y="13010382"/>
                  <a:pt x="22125901" y="13004321"/>
                </a:cubicBezTo>
                <a:cubicBezTo>
                  <a:pt x="22024949" y="12999910"/>
                  <a:pt x="22000305" y="12994957"/>
                  <a:pt x="21990621" y="12985316"/>
                </a:cubicBezTo>
                <a:cubicBezTo>
                  <a:pt x="21986189" y="12980917"/>
                  <a:pt x="21983973" y="12974490"/>
                  <a:pt x="21983973" y="12966589"/>
                </a:cubicBezTo>
                <a:cubicBezTo>
                  <a:pt x="21983973" y="12958411"/>
                  <a:pt x="21986289" y="12951618"/>
                  <a:pt x="21991453" y="12946476"/>
                </a:cubicBezTo>
                <a:cubicBezTo>
                  <a:pt x="22001969" y="12936005"/>
                  <a:pt x="22029005" y="12928480"/>
                  <a:pt x="22115109" y="12928480"/>
                </a:cubicBezTo>
                <a:cubicBezTo>
                  <a:pt x="22185705" y="12928480"/>
                  <a:pt x="22267741" y="12943640"/>
                  <a:pt x="22316653" y="12964295"/>
                </a:cubicBezTo>
                <a:lnTo>
                  <a:pt x="22316653" y="12901121"/>
                </a:lnTo>
                <a:cubicBezTo>
                  <a:pt x="22273737" y="12884133"/>
                  <a:pt x="22203149" y="12871279"/>
                  <a:pt x="22114917" y="12871279"/>
                </a:cubicBezTo>
                <a:close/>
                <a:moveTo>
                  <a:pt x="21626945" y="12871279"/>
                </a:moveTo>
                <a:cubicBezTo>
                  <a:pt x="21504333" y="12871279"/>
                  <a:pt x="21443985" y="12897453"/>
                  <a:pt x="21413853" y="12927428"/>
                </a:cubicBezTo>
                <a:cubicBezTo>
                  <a:pt x="21386005" y="12955142"/>
                  <a:pt x="21372165" y="12993461"/>
                  <a:pt x="21372165" y="13037930"/>
                </a:cubicBezTo>
                <a:cubicBezTo>
                  <a:pt x="21372165" y="13084937"/>
                  <a:pt x="21387457" y="13121804"/>
                  <a:pt x="21413853" y="13148078"/>
                </a:cubicBezTo>
                <a:cubicBezTo>
                  <a:pt x="21444073" y="13178241"/>
                  <a:pt x="21497593" y="13204592"/>
                  <a:pt x="21626125" y="13204592"/>
                </a:cubicBezTo>
                <a:cubicBezTo>
                  <a:pt x="21736905" y="13204592"/>
                  <a:pt x="21794073" y="13184025"/>
                  <a:pt x="21824657" y="13153596"/>
                </a:cubicBezTo>
                <a:cubicBezTo>
                  <a:pt x="21847409" y="13130957"/>
                  <a:pt x="21858333" y="13102246"/>
                  <a:pt x="21858333" y="13056591"/>
                </a:cubicBezTo>
                <a:lnTo>
                  <a:pt x="21858333" y="13019181"/>
                </a:lnTo>
                <a:lnTo>
                  <a:pt x="21587805" y="13019192"/>
                </a:lnTo>
                <a:lnTo>
                  <a:pt x="21587805" y="13076792"/>
                </a:lnTo>
                <a:lnTo>
                  <a:pt x="21783701" y="13076792"/>
                </a:lnTo>
                <a:cubicBezTo>
                  <a:pt x="21783789" y="13090921"/>
                  <a:pt x="21780153" y="13104052"/>
                  <a:pt x="21768045" y="13116097"/>
                </a:cubicBezTo>
                <a:cubicBezTo>
                  <a:pt x="21749381" y="13134670"/>
                  <a:pt x="21700693" y="13146892"/>
                  <a:pt x="21626137" y="13146892"/>
                </a:cubicBezTo>
                <a:cubicBezTo>
                  <a:pt x="21532565" y="13146892"/>
                  <a:pt x="21493061" y="13130126"/>
                  <a:pt x="21472305" y="13109482"/>
                </a:cubicBezTo>
                <a:cubicBezTo>
                  <a:pt x="21456649" y="13093813"/>
                  <a:pt x="21447453" y="13071440"/>
                  <a:pt x="21447453" y="13037930"/>
                </a:cubicBezTo>
                <a:cubicBezTo>
                  <a:pt x="21447453" y="13006049"/>
                  <a:pt x="21456005" y="12983045"/>
                  <a:pt x="21472661" y="12966467"/>
                </a:cubicBezTo>
                <a:cubicBezTo>
                  <a:pt x="21492953" y="12946277"/>
                  <a:pt x="21539105" y="12930697"/>
                  <a:pt x="21626581" y="12930697"/>
                </a:cubicBezTo>
                <a:cubicBezTo>
                  <a:pt x="21715429" y="12930697"/>
                  <a:pt x="21789429" y="12948626"/>
                  <a:pt x="21835673" y="12972185"/>
                </a:cubicBezTo>
                <a:lnTo>
                  <a:pt x="21835673" y="12905520"/>
                </a:lnTo>
                <a:cubicBezTo>
                  <a:pt x="21796709" y="12887402"/>
                  <a:pt x="21724337" y="12871279"/>
                  <a:pt x="21626945" y="12871279"/>
                </a:cubicBezTo>
                <a:close/>
                <a:moveTo>
                  <a:pt x="0" y="0"/>
                </a:moveTo>
                <a:lnTo>
                  <a:pt x="24382413" y="0"/>
                </a:lnTo>
                <a:lnTo>
                  <a:pt x="24382413" y="13716000"/>
                </a:lnTo>
                <a:lnTo>
                  <a:pt x="0" y="13716000"/>
                </a:lnTo>
                <a:close/>
              </a:path>
            </a:pathLst>
          </a:custGeom>
          <a:solidFill>
            <a:schemeClr val="bg2">
              <a:lumMod val="90000"/>
            </a:schemeClr>
          </a:solidFill>
        </p:spPr>
        <p:txBody>
          <a:bodyPr wrap="square" anchor="ctr" anchorCtr="1">
            <a:noAutofit/>
          </a:bodyPr>
          <a:lstStyle>
            <a:lvl1pPr>
              <a:lnSpc>
                <a:spcPct val="88000"/>
              </a:lnSpc>
              <a:defRPr sz="2000" b="0"/>
            </a:lvl1pPr>
            <a:lvl3pPr algn="ctr">
              <a:defRPr/>
            </a:lvl3pPr>
          </a:lstStyle>
          <a:p>
            <a:pPr lvl="0"/>
            <a:endParaRPr lang="en-GB"/>
          </a:p>
        </p:txBody>
      </p:sp>
      <p:sp>
        <p:nvSpPr>
          <p:cNvPr id="8" name="Date Placeholder 7">
            <a:extLst>
              <a:ext uri="{FF2B5EF4-FFF2-40B4-BE49-F238E27FC236}">
                <a16:creationId xmlns:a16="http://schemas.microsoft.com/office/drawing/2014/main" id="{2781F175-7E0F-A5F0-5EA8-84A156206C97}"/>
              </a:ext>
            </a:extLst>
          </p:cNvPr>
          <p:cNvSpPr>
            <a:spLocks noGrp="1"/>
          </p:cNvSpPr>
          <p:nvPr>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9" name="Footer Placeholder 8">
            <a:extLst>
              <a:ext uri="{FF2B5EF4-FFF2-40B4-BE49-F238E27FC236}">
                <a16:creationId xmlns:a16="http://schemas.microsoft.com/office/drawing/2014/main" id="{DE5FF143-6937-F4F3-E199-A5174D32FA83}"/>
              </a:ext>
            </a:extLst>
          </p:cNvPr>
          <p:cNvSpPr>
            <a:spLocks noGrp="1"/>
          </p:cNvSpPr>
          <p:nvPr>
            <p:ph type="ftr" sz="quarter" idx="11"/>
          </p:nvPr>
        </p:nvSpPr>
        <p:spPr/>
        <p:txBody>
          <a:bodyPr/>
          <a:lstStyle>
            <a:lvl1pPr>
              <a:defRPr>
                <a:solidFill>
                  <a:schemeClr val="bg1"/>
                </a:solidFill>
              </a:defRPr>
            </a:lvl1pPr>
          </a:lstStyle>
          <a:p>
            <a:r>
              <a:rPr lang="en-GB"/>
              <a:t>© GSMA 2022</a:t>
            </a:r>
          </a:p>
        </p:txBody>
      </p:sp>
      <p:sp>
        <p:nvSpPr>
          <p:cNvPr id="10" name="Slide Number Placeholder 9">
            <a:extLst>
              <a:ext uri="{FF2B5EF4-FFF2-40B4-BE49-F238E27FC236}">
                <a16:creationId xmlns:a16="http://schemas.microsoft.com/office/drawing/2014/main" id="{5F2CA7A7-D746-BE19-F148-7811E73C490C}"/>
              </a:ext>
            </a:extLst>
          </p:cNvPr>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sp>
        <p:nvSpPr>
          <p:cNvPr id="11" name="Title 10">
            <a:extLst>
              <a:ext uri="{FF2B5EF4-FFF2-40B4-BE49-F238E27FC236}">
                <a16:creationId xmlns:a16="http://schemas.microsoft.com/office/drawing/2014/main" id="{60ACDC8D-FE47-7356-E580-965D01DB878E}"/>
              </a:ext>
            </a:extLst>
          </p:cNvPr>
          <p:cNvSpPr>
            <a:spLocks noGrp="1"/>
          </p:cNvSpPr>
          <p:nvPr>
            <p:ph type="title"/>
          </p:nvPr>
        </p:nvSpPr>
        <p:spPr>
          <a:xfrm>
            <a:off x="440560" y="1790372"/>
            <a:ext cx="11701430" cy="638637"/>
          </a:xfrm>
        </p:spPr>
        <p:txBody>
          <a:bodyPr/>
          <a:lstStyle>
            <a:lvl1pPr>
              <a:defRPr sz="5000">
                <a:solidFill>
                  <a:schemeClr val="bg1"/>
                </a:solidFill>
              </a:defRPr>
            </a:lvl1pPr>
          </a:lstStyle>
          <a:p>
            <a:r>
              <a:rPr lang="en-GB"/>
              <a:t>Click to edit Master title style</a:t>
            </a:r>
          </a:p>
        </p:txBody>
      </p:sp>
      <p:sp>
        <p:nvSpPr>
          <p:cNvPr id="14" name="Text Placeholder 10">
            <a:extLst>
              <a:ext uri="{FF2B5EF4-FFF2-40B4-BE49-F238E27FC236}">
                <a16:creationId xmlns:a16="http://schemas.microsoft.com/office/drawing/2014/main" id="{0C820201-394A-F114-2B1F-6214C40DE247}"/>
              </a:ext>
            </a:extLst>
          </p:cNvPr>
          <p:cNvSpPr>
            <a:spLocks noGrp="1"/>
          </p:cNvSpPr>
          <p:nvPr>
            <p:ph type="body" sz="quarter" idx="14"/>
          </p:nvPr>
        </p:nvSpPr>
        <p:spPr>
          <a:xfrm>
            <a:off x="440560" y="2575207"/>
            <a:ext cx="11310086" cy="484748"/>
          </a:xfrm>
        </p:spPr>
        <p:txBody>
          <a:bodyPr/>
          <a:lstStyle>
            <a:lvl1pPr>
              <a:defRPr sz="2700" b="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1733727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ection Divider_Picture">
    <p:bg>
      <p:bgPr>
        <a:blipFill>
          <a:blip r:embed="rId2"/>
          <a:stretch>
            <a:fillRect/>
          </a:stretch>
        </a:blip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781F175-7E0F-A5F0-5EA8-84A156206C97}"/>
              </a:ext>
            </a:extLst>
          </p:cNvPr>
          <p:cNvSpPr>
            <a:spLocks noGrp="1"/>
          </p:cNvSpPr>
          <p:nvPr>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9" name="Footer Placeholder 8">
            <a:extLst>
              <a:ext uri="{FF2B5EF4-FFF2-40B4-BE49-F238E27FC236}">
                <a16:creationId xmlns:a16="http://schemas.microsoft.com/office/drawing/2014/main" id="{DE5FF143-6937-F4F3-E199-A5174D32FA83}"/>
              </a:ext>
            </a:extLst>
          </p:cNvPr>
          <p:cNvSpPr>
            <a:spLocks noGrp="1"/>
          </p:cNvSpPr>
          <p:nvPr>
            <p:ph type="ftr" sz="quarter" idx="11"/>
          </p:nvPr>
        </p:nvSpPr>
        <p:spPr/>
        <p:txBody>
          <a:bodyPr/>
          <a:lstStyle>
            <a:lvl1pPr>
              <a:defRPr>
                <a:solidFill>
                  <a:schemeClr val="bg1"/>
                </a:solidFill>
              </a:defRPr>
            </a:lvl1pPr>
          </a:lstStyle>
          <a:p>
            <a:r>
              <a:rPr lang="en-GB"/>
              <a:t>© GSMA 2022</a:t>
            </a:r>
          </a:p>
        </p:txBody>
      </p:sp>
      <p:sp>
        <p:nvSpPr>
          <p:cNvPr id="10" name="Slide Number Placeholder 9">
            <a:extLst>
              <a:ext uri="{FF2B5EF4-FFF2-40B4-BE49-F238E27FC236}">
                <a16:creationId xmlns:a16="http://schemas.microsoft.com/office/drawing/2014/main" id="{5F2CA7A7-D746-BE19-F148-7811E73C490C}"/>
              </a:ext>
            </a:extLst>
          </p:cNvPr>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sp>
        <p:nvSpPr>
          <p:cNvPr id="11" name="Title 10">
            <a:extLst>
              <a:ext uri="{FF2B5EF4-FFF2-40B4-BE49-F238E27FC236}">
                <a16:creationId xmlns:a16="http://schemas.microsoft.com/office/drawing/2014/main" id="{60ACDC8D-FE47-7356-E580-965D01DB878E}"/>
              </a:ext>
            </a:extLst>
          </p:cNvPr>
          <p:cNvSpPr>
            <a:spLocks noGrp="1"/>
          </p:cNvSpPr>
          <p:nvPr>
            <p:ph type="title"/>
          </p:nvPr>
        </p:nvSpPr>
        <p:spPr>
          <a:xfrm>
            <a:off x="440560" y="1790372"/>
            <a:ext cx="11701430" cy="638637"/>
          </a:xfrm>
        </p:spPr>
        <p:txBody>
          <a:bodyPr/>
          <a:lstStyle>
            <a:lvl1pPr>
              <a:defRPr sz="5000">
                <a:solidFill>
                  <a:schemeClr val="bg1"/>
                </a:solidFill>
              </a:defRPr>
            </a:lvl1pPr>
          </a:lstStyle>
          <a:p>
            <a:r>
              <a:rPr lang="en-GB"/>
              <a:t>Click to edit Master title style</a:t>
            </a:r>
          </a:p>
        </p:txBody>
      </p:sp>
      <p:pic>
        <p:nvPicPr>
          <p:cNvPr id="13" name="Graphic 12">
            <a:extLst>
              <a:ext uri="{FF2B5EF4-FFF2-40B4-BE49-F238E27FC236}">
                <a16:creationId xmlns:a16="http://schemas.microsoft.com/office/drawing/2014/main" id="{C179A0BF-49E1-7C12-B83B-507FBE716AE6}"/>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6778" y="6435640"/>
            <a:ext cx="1063869" cy="166773"/>
          </a:xfrm>
          <a:prstGeom prst="rect">
            <a:avLst/>
          </a:prstGeom>
        </p:spPr>
      </p:pic>
      <p:sp>
        <p:nvSpPr>
          <p:cNvPr id="14" name="Text Placeholder 10">
            <a:extLst>
              <a:ext uri="{FF2B5EF4-FFF2-40B4-BE49-F238E27FC236}">
                <a16:creationId xmlns:a16="http://schemas.microsoft.com/office/drawing/2014/main" id="{0C820201-394A-F114-2B1F-6214C40DE247}"/>
              </a:ext>
            </a:extLst>
          </p:cNvPr>
          <p:cNvSpPr>
            <a:spLocks noGrp="1"/>
          </p:cNvSpPr>
          <p:nvPr>
            <p:ph type="body" sz="quarter" idx="14"/>
          </p:nvPr>
        </p:nvSpPr>
        <p:spPr>
          <a:xfrm>
            <a:off x="440560" y="2575207"/>
            <a:ext cx="11310086" cy="484748"/>
          </a:xfrm>
        </p:spPr>
        <p:txBody>
          <a:bodyPr/>
          <a:lstStyle>
            <a:lvl1pPr>
              <a:defRPr sz="2700" b="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264251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04">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72ED41C-BC63-CCC9-525D-2F7C1D56F627}"/>
              </a:ext>
            </a:extLst>
          </p:cNvPr>
          <p:cNvGrpSpPr/>
          <p:nvPr userDrawn="1"/>
        </p:nvGrpSpPr>
        <p:grpSpPr>
          <a:xfrm rot="16200000">
            <a:off x="2667001" y="-2667002"/>
            <a:ext cx="6857999" cy="12192002"/>
            <a:chOff x="3" y="-1"/>
            <a:chExt cx="24382416" cy="24382424"/>
          </a:xfrm>
        </p:grpSpPr>
        <p:sp>
          <p:nvSpPr>
            <p:cNvPr id="7" name="Rectangle 6">
              <a:extLst>
                <a:ext uri="{FF2B5EF4-FFF2-40B4-BE49-F238E27FC236}">
                  <a16:creationId xmlns:a16="http://schemas.microsoft.com/office/drawing/2014/main" id="{5D1B524B-3D40-A964-AE67-36FE4D8385E0}"/>
                </a:ext>
              </a:extLst>
            </p:cNvPr>
            <p:cNvSpPr/>
            <p:nvPr/>
          </p:nvSpPr>
          <p:spPr>
            <a:xfrm rot="16200000">
              <a:off x="6096003" y="-6096000"/>
              <a:ext cx="12190416" cy="2438241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2" name="Group 11">
              <a:extLst>
                <a:ext uri="{FF2B5EF4-FFF2-40B4-BE49-F238E27FC236}">
                  <a16:creationId xmlns:a16="http://schemas.microsoft.com/office/drawing/2014/main" id="{D511F6C9-8F96-B31B-E24E-C5A2B8D6DA99}"/>
                </a:ext>
              </a:extLst>
            </p:cNvPr>
            <p:cNvGrpSpPr/>
            <p:nvPr userDrawn="1"/>
          </p:nvGrpSpPr>
          <p:grpSpPr>
            <a:xfrm>
              <a:off x="3" y="12191209"/>
              <a:ext cx="24382416" cy="12191214"/>
              <a:chOff x="3" y="12879162"/>
              <a:chExt cx="24382416" cy="6690742"/>
            </a:xfrm>
          </p:grpSpPr>
          <p:sp>
            <p:nvSpPr>
              <p:cNvPr id="8" name="Rectangle 7">
                <a:extLst>
                  <a:ext uri="{FF2B5EF4-FFF2-40B4-BE49-F238E27FC236}">
                    <a16:creationId xmlns:a16="http://schemas.microsoft.com/office/drawing/2014/main" id="{289ECD7D-3D62-C3F0-8DC0-E6A2C72260EF}"/>
                  </a:ext>
                </a:extLst>
              </p:cNvPr>
              <p:cNvSpPr>
                <a:spLocks/>
              </p:cNvSpPr>
              <p:nvPr/>
            </p:nvSpPr>
            <p:spPr>
              <a:xfrm rot="16200000">
                <a:off x="10852760" y="2026407"/>
                <a:ext cx="2676903" cy="243824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0F71AC1C-6861-88DE-0456-AB5F6C35D8CE}"/>
                  </a:ext>
                </a:extLst>
              </p:cNvPr>
              <p:cNvSpPr/>
              <p:nvPr/>
            </p:nvSpPr>
            <p:spPr>
              <a:xfrm rot="16200000">
                <a:off x="11067304" y="4488770"/>
                <a:ext cx="2247816" cy="24382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7E037D4-079F-4C16-7B74-BDFEB31FD933}"/>
                  </a:ext>
                </a:extLst>
              </p:cNvPr>
              <p:cNvSpPr>
                <a:spLocks/>
              </p:cNvSpPr>
              <p:nvPr userDrawn="1"/>
            </p:nvSpPr>
            <p:spPr>
              <a:xfrm rot="16200000">
                <a:off x="11308201" y="6495688"/>
                <a:ext cx="1766018" cy="243824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grpSp>
      <p:sp>
        <p:nvSpPr>
          <p:cNvPr id="3" name="Date Placeholder 2">
            <a:extLst>
              <a:ext uri="{FF2B5EF4-FFF2-40B4-BE49-F238E27FC236}">
                <a16:creationId xmlns:a16="http://schemas.microsoft.com/office/drawing/2014/main" id="{0047735E-7B8F-8BC8-4F7E-BCF621E9717A}"/>
              </a:ext>
            </a:extLst>
          </p:cNvPr>
          <p:cNvSpPr>
            <a:spLocks noGrp="1"/>
          </p:cNvSpPr>
          <p:nvPr userDrawn="1">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4" name="Footer Placeholder 3">
            <a:extLst>
              <a:ext uri="{FF2B5EF4-FFF2-40B4-BE49-F238E27FC236}">
                <a16:creationId xmlns:a16="http://schemas.microsoft.com/office/drawing/2014/main" id="{42987D87-0237-95AC-CF2A-0A06A3DDEA15}"/>
              </a:ext>
            </a:extLst>
          </p:cNvPr>
          <p:cNvSpPr>
            <a:spLocks noGrp="1"/>
          </p:cNvSpPr>
          <p:nvPr userDrawn="1">
            <p:ph type="ftr" sz="quarter" idx="11"/>
          </p:nvPr>
        </p:nvSpPr>
        <p:spPr/>
        <p:txBody>
          <a:bodyPr/>
          <a:lstStyle>
            <a:lvl1pPr>
              <a:defRPr>
                <a:solidFill>
                  <a:schemeClr val="bg1"/>
                </a:solidFill>
              </a:defRPr>
            </a:lvl1pPr>
          </a:lstStyle>
          <a:p>
            <a:r>
              <a:rPr lang="en-GB"/>
              <a:t>© GSMA 2022</a:t>
            </a:r>
          </a:p>
        </p:txBody>
      </p:sp>
      <p:sp>
        <p:nvSpPr>
          <p:cNvPr id="5" name="Slide Number Placeholder 4">
            <a:extLst>
              <a:ext uri="{FF2B5EF4-FFF2-40B4-BE49-F238E27FC236}">
                <a16:creationId xmlns:a16="http://schemas.microsoft.com/office/drawing/2014/main" id="{859CCE7D-722A-BE32-8704-7FDDF2102C3A}"/>
              </a:ext>
            </a:extLst>
          </p:cNvPr>
          <p:cNvSpPr>
            <a:spLocks noGrp="1"/>
          </p:cNvSpPr>
          <p:nvPr userDrawn="1">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11" name="Graphic 10">
            <a:extLst>
              <a:ext uri="{FF2B5EF4-FFF2-40B4-BE49-F238E27FC236}">
                <a16:creationId xmlns:a16="http://schemas.microsoft.com/office/drawing/2014/main" id="{27B900B3-DF3E-739D-34F9-3945912E398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15" name="Title 10">
            <a:extLst>
              <a:ext uri="{FF2B5EF4-FFF2-40B4-BE49-F238E27FC236}">
                <a16:creationId xmlns:a16="http://schemas.microsoft.com/office/drawing/2014/main" id="{38DFF472-AE3A-8C04-7682-CF821E204F4D}"/>
              </a:ext>
            </a:extLst>
          </p:cNvPr>
          <p:cNvSpPr>
            <a:spLocks noGrp="1"/>
          </p:cNvSpPr>
          <p:nvPr>
            <p:ph type="title" hasCustomPrompt="1"/>
          </p:nvPr>
        </p:nvSpPr>
        <p:spPr>
          <a:xfrm>
            <a:off x="440561" y="1784171"/>
            <a:ext cx="11310086" cy="638637"/>
          </a:xfrm>
        </p:spPr>
        <p:txBody>
          <a:bodyPr/>
          <a:lstStyle>
            <a:lvl1pPr>
              <a:defRPr sz="5000">
                <a:solidFill>
                  <a:schemeClr val="bg1"/>
                </a:solidFill>
              </a:defRPr>
            </a:lvl1pPr>
          </a:lstStyle>
          <a:p>
            <a:r>
              <a:rPr lang="en-GB"/>
              <a:t>Click to add title</a:t>
            </a:r>
          </a:p>
        </p:txBody>
      </p:sp>
      <p:sp>
        <p:nvSpPr>
          <p:cNvPr id="16" name="Text Placeholder 10">
            <a:extLst>
              <a:ext uri="{FF2B5EF4-FFF2-40B4-BE49-F238E27FC236}">
                <a16:creationId xmlns:a16="http://schemas.microsoft.com/office/drawing/2014/main" id="{DEE1D423-C061-3CD7-1545-97D237C67E30}"/>
              </a:ext>
            </a:extLst>
          </p:cNvPr>
          <p:cNvSpPr>
            <a:spLocks noGrp="1"/>
          </p:cNvSpPr>
          <p:nvPr>
            <p:ph type="body" sz="quarter" idx="14"/>
          </p:nvPr>
        </p:nvSpPr>
        <p:spPr>
          <a:xfrm>
            <a:off x="440560" y="2575207"/>
            <a:ext cx="11310086" cy="484748"/>
          </a:xfrm>
        </p:spPr>
        <p:txBody>
          <a:bodyPr/>
          <a:lstStyle>
            <a:lvl1pPr>
              <a:defRPr sz="2700" b="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1405928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679">
          <p15:clr>
            <a:srgbClr val="FBAE40"/>
          </p15:clr>
        </p15:guide>
        <p15:guide id="2" orient="horz" pos="43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Divider_0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781F175-7E0F-A5F0-5EA8-84A156206C97}"/>
              </a:ext>
            </a:extLst>
          </p:cNvPr>
          <p:cNvSpPr>
            <a:spLocks noGrp="1"/>
          </p:cNvSpPr>
          <p:nvPr>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9" name="Footer Placeholder 8">
            <a:extLst>
              <a:ext uri="{FF2B5EF4-FFF2-40B4-BE49-F238E27FC236}">
                <a16:creationId xmlns:a16="http://schemas.microsoft.com/office/drawing/2014/main" id="{DE5FF143-6937-F4F3-E199-A5174D32FA83}"/>
              </a:ext>
            </a:extLst>
          </p:cNvPr>
          <p:cNvSpPr>
            <a:spLocks noGrp="1"/>
          </p:cNvSpPr>
          <p:nvPr>
            <p:ph type="ftr" sz="quarter" idx="11"/>
          </p:nvPr>
        </p:nvSpPr>
        <p:spPr/>
        <p:txBody>
          <a:bodyPr/>
          <a:lstStyle>
            <a:lvl1pPr>
              <a:defRPr>
                <a:solidFill>
                  <a:schemeClr val="bg1"/>
                </a:solidFill>
              </a:defRPr>
            </a:lvl1pPr>
          </a:lstStyle>
          <a:p>
            <a:r>
              <a:rPr lang="en-GB"/>
              <a:t>© GSMA 2022</a:t>
            </a:r>
          </a:p>
        </p:txBody>
      </p:sp>
      <p:sp>
        <p:nvSpPr>
          <p:cNvPr id="10" name="Slide Number Placeholder 9">
            <a:extLst>
              <a:ext uri="{FF2B5EF4-FFF2-40B4-BE49-F238E27FC236}">
                <a16:creationId xmlns:a16="http://schemas.microsoft.com/office/drawing/2014/main" id="{5F2CA7A7-D746-BE19-F148-7811E73C490C}"/>
              </a:ext>
            </a:extLst>
          </p:cNvPr>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sp>
        <p:nvSpPr>
          <p:cNvPr id="12" name="Text Placeholder 10">
            <a:extLst>
              <a:ext uri="{FF2B5EF4-FFF2-40B4-BE49-F238E27FC236}">
                <a16:creationId xmlns:a16="http://schemas.microsoft.com/office/drawing/2014/main" id="{228D62D3-1FFD-0ABC-8607-9778DF92B0CB}"/>
              </a:ext>
            </a:extLst>
          </p:cNvPr>
          <p:cNvSpPr>
            <a:spLocks noGrp="1"/>
          </p:cNvSpPr>
          <p:nvPr>
            <p:ph type="body" sz="quarter" idx="14"/>
          </p:nvPr>
        </p:nvSpPr>
        <p:spPr>
          <a:xfrm>
            <a:off x="440561" y="2813426"/>
            <a:ext cx="3498650" cy="3282575"/>
          </a:xfrm>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a:buClrTx/>
              <a:defRPr sz="1600">
                <a:solidFill>
                  <a:schemeClr val="bg1"/>
                </a:solidFill>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1" name="Graphic 10">
            <a:extLst>
              <a:ext uri="{FF2B5EF4-FFF2-40B4-BE49-F238E27FC236}">
                <a16:creationId xmlns:a16="http://schemas.microsoft.com/office/drawing/2014/main" id="{54184F31-94DF-9F7A-09CB-A278E0B92C9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61259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_02">
    <p:bg>
      <p:bgPr>
        <a:solidFill>
          <a:schemeClr val="bg1"/>
        </a:solidFill>
        <a:effectLst/>
      </p:bgPr>
    </p:bg>
    <p:spTree>
      <p:nvGrpSpPr>
        <p:cNvPr id="1" name=""/>
        <p:cNvGrpSpPr/>
        <p:nvPr/>
      </p:nvGrpSpPr>
      <p:grpSpPr>
        <a:xfrm>
          <a:off x="0" y="0"/>
          <a:ext cx="0" cy="0"/>
          <a:chOff x="0" y="0"/>
          <a:chExt cx="0" cy="0"/>
        </a:xfrm>
      </p:grpSpPr>
      <p:sp>
        <p:nvSpPr>
          <p:cNvPr id="18" name="Picture Placeholder 6">
            <a:extLst>
              <a:ext uri="{FF2B5EF4-FFF2-40B4-BE49-F238E27FC236}">
                <a16:creationId xmlns:a16="http://schemas.microsoft.com/office/drawing/2014/main" id="{35FA7D57-A765-5652-445E-CA88F064A144}"/>
              </a:ext>
            </a:extLst>
          </p:cNvPr>
          <p:cNvSpPr>
            <a:spLocks noGrp="1"/>
          </p:cNvSpPr>
          <p:nvPr>
            <p:ph type="pic" sz="quarter" idx="13"/>
          </p:nvPr>
        </p:nvSpPr>
        <p:spPr>
          <a:xfrm>
            <a:off x="0" y="0"/>
            <a:ext cx="5448655" cy="6858000"/>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grpSp>
        <p:nvGrpSpPr>
          <p:cNvPr id="7" name="Group 6">
            <a:extLst>
              <a:ext uri="{FF2B5EF4-FFF2-40B4-BE49-F238E27FC236}">
                <a16:creationId xmlns:a16="http://schemas.microsoft.com/office/drawing/2014/main" id="{6B21DDDF-9F58-018D-7641-C0172BCA5EB2}"/>
              </a:ext>
            </a:extLst>
          </p:cNvPr>
          <p:cNvGrpSpPr/>
          <p:nvPr userDrawn="1"/>
        </p:nvGrpSpPr>
        <p:grpSpPr>
          <a:xfrm rot="16200000">
            <a:off x="5391329" y="57326"/>
            <a:ext cx="6858000" cy="6743346"/>
            <a:chOff x="2" y="-1"/>
            <a:chExt cx="24382416" cy="24382423"/>
          </a:xfrm>
        </p:grpSpPr>
        <p:sp>
          <p:nvSpPr>
            <p:cNvPr id="13" name="Rectangle 12">
              <a:extLst>
                <a:ext uri="{FF2B5EF4-FFF2-40B4-BE49-F238E27FC236}">
                  <a16:creationId xmlns:a16="http://schemas.microsoft.com/office/drawing/2014/main" id="{6E9DEC84-A7A7-B2CA-1C51-4FBF92CB5FBE}"/>
                </a:ext>
              </a:extLst>
            </p:cNvPr>
            <p:cNvSpPr/>
            <p:nvPr/>
          </p:nvSpPr>
          <p:spPr>
            <a:xfrm rot="16200000">
              <a:off x="10897452" y="-10897451"/>
              <a:ext cx="2587514" cy="2438241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4" name="Group 13">
              <a:extLst>
                <a:ext uri="{FF2B5EF4-FFF2-40B4-BE49-F238E27FC236}">
                  <a16:creationId xmlns:a16="http://schemas.microsoft.com/office/drawing/2014/main" id="{55F24DB5-D27A-BC9D-0F48-6EDD8F7767F1}"/>
                </a:ext>
              </a:extLst>
            </p:cNvPr>
            <p:cNvGrpSpPr/>
            <p:nvPr userDrawn="1"/>
          </p:nvGrpSpPr>
          <p:grpSpPr>
            <a:xfrm>
              <a:off x="2" y="2587514"/>
              <a:ext cx="24382416" cy="21794908"/>
              <a:chOff x="2" y="7608494"/>
              <a:chExt cx="24382416" cy="11961410"/>
            </a:xfrm>
          </p:grpSpPr>
          <p:sp>
            <p:nvSpPr>
              <p:cNvPr id="15" name="Rectangle 14">
                <a:extLst>
                  <a:ext uri="{FF2B5EF4-FFF2-40B4-BE49-F238E27FC236}">
                    <a16:creationId xmlns:a16="http://schemas.microsoft.com/office/drawing/2014/main" id="{16336F52-5DF8-8E29-4B99-0C1EC481382F}"/>
                  </a:ext>
                </a:extLst>
              </p:cNvPr>
              <p:cNvSpPr>
                <a:spLocks/>
              </p:cNvSpPr>
              <p:nvPr/>
            </p:nvSpPr>
            <p:spPr>
              <a:xfrm rot="16200000">
                <a:off x="11481174" y="-3872677"/>
                <a:ext cx="1420072" cy="243824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6" name="Rectangle 15">
                <a:extLst>
                  <a:ext uri="{FF2B5EF4-FFF2-40B4-BE49-F238E27FC236}">
                    <a16:creationId xmlns:a16="http://schemas.microsoft.com/office/drawing/2014/main" id="{8FFF0EEE-E29C-9168-E755-B3B0FFB521D0}"/>
                  </a:ext>
                </a:extLst>
              </p:cNvPr>
              <p:cNvSpPr/>
              <p:nvPr/>
            </p:nvSpPr>
            <p:spPr>
              <a:xfrm rot="16200000">
                <a:off x="11570069" y="-2541498"/>
                <a:ext cx="1242286" cy="24382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7" name="Rectangle 16">
                <a:extLst>
                  <a:ext uri="{FF2B5EF4-FFF2-40B4-BE49-F238E27FC236}">
                    <a16:creationId xmlns:a16="http://schemas.microsoft.com/office/drawing/2014/main" id="{E5284B3E-6285-AEC4-D883-3D52839EFA8A}"/>
                  </a:ext>
                </a:extLst>
              </p:cNvPr>
              <p:cNvSpPr>
                <a:spLocks/>
              </p:cNvSpPr>
              <p:nvPr/>
            </p:nvSpPr>
            <p:spPr>
              <a:xfrm rot="16200000">
                <a:off x="7541683" y="2729170"/>
                <a:ext cx="9299053" cy="24382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grpSp>
      <p:sp>
        <p:nvSpPr>
          <p:cNvPr id="8" name="Date Placeholder 7">
            <a:extLst>
              <a:ext uri="{FF2B5EF4-FFF2-40B4-BE49-F238E27FC236}">
                <a16:creationId xmlns:a16="http://schemas.microsoft.com/office/drawing/2014/main" id="{2781F175-7E0F-A5F0-5EA8-84A156206C97}"/>
              </a:ext>
            </a:extLst>
          </p:cNvPr>
          <p:cNvSpPr>
            <a:spLocks noGrp="1"/>
          </p:cNvSpPr>
          <p:nvPr>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9" name="Footer Placeholder 8">
            <a:extLst>
              <a:ext uri="{FF2B5EF4-FFF2-40B4-BE49-F238E27FC236}">
                <a16:creationId xmlns:a16="http://schemas.microsoft.com/office/drawing/2014/main" id="{DE5FF143-6937-F4F3-E199-A5174D32FA83}"/>
              </a:ext>
            </a:extLst>
          </p:cNvPr>
          <p:cNvSpPr>
            <a:spLocks noGrp="1"/>
          </p:cNvSpPr>
          <p:nvPr>
            <p:ph type="ftr" sz="quarter" idx="11"/>
          </p:nvPr>
        </p:nvSpPr>
        <p:spPr/>
        <p:txBody>
          <a:bodyPr/>
          <a:lstStyle>
            <a:lvl1pPr>
              <a:defRPr>
                <a:solidFill>
                  <a:schemeClr val="bg1"/>
                </a:solidFill>
              </a:defRPr>
            </a:lvl1pPr>
          </a:lstStyle>
          <a:p>
            <a:r>
              <a:rPr lang="en-GB"/>
              <a:t>© GSMA 2022</a:t>
            </a:r>
          </a:p>
        </p:txBody>
      </p:sp>
      <p:sp>
        <p:nvSpPr>
          <p:cNvPr id="10" name="Slide Number Placeholder 9">
            <a:extLst>
              <a:ext uri="{FF2B5EF4-FFF2-40B4-BE49-F238E27FC236}">
                <a16:creationId xmlns:a16="http://schemas.microsoft.com/office/drawing/2014/main" id="{5F2CA7A7-D746-BE19-F148-7811E73C490C}"/>
              </a:ext>
            </a:extLst>
          </p:cNvPr>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sp>
        <p:nvSpPr>
          <p:cNvPr id="12" name="Text Placeholder 10">
            <a:extLst>
              <a:ext uri="{FF2B5EF4-FFF2-40B4-BE49-F238E27FC236}">
                <a16:creationId xmlns:a16="http://schemas.microsoft.com/office/drawing/2014/main" id="{228D62D3-1FFD-0ABC-8607-9778DF92B0CB}"/>
              </a:ext>
            </a:extLst>
          </p:cNvPr>
          <p:cNvSpPr>
            <a:spLocks noGrp="1"/>
          </p:cNvSpPr>
          <p:nvPr>
            <p:ph type="body" sz="quarter" idx="14"/>
          </p:nvPr>
        </p:nvSpPr>
        <p:spPr>
          <a:xfrm>
            <a:off x="8023454" y="2813426"/>
            <a:ext cx="3651012" cy="3282575"/>
          </a:xfrm>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a:buClrTx/>
              <a:defRPr sz="1600">
                <a:solidFill>
                  <a:schemeClr val="bg1"/>
                </a:solidFill>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1" name="Graphic 10">
            <a:extLst>
              <a:ext uri="{FF2B5EF4-FFF2-40B4-BE49-F238E27FC236}">
                <a16:creationId xmlns:a16="http://schemas.microsoft.com/office/drawing/2014/main" id="{54184F31-94DF-9F7A-09CB-A278E0B92C9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4262338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Divider 03">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72ED41C-BC63-CCC9-525D-2F7C1D56F627}"/>
              </a:ext>
            </a:extLst>
          </p:cNvPr>
          <p:cNvGrpSpPr/>
          <p:nvPr userDrawn="1"/>
        </p:nvGrpSpPr>
        <p:grpSpPr>
          <a:xfrm rot="16200000">
            <a:off x="2667001" y="-2667002"/>
            <a:ext cx="6857999" cy="12192002"/>
            <a:chOff x="3" y="-1"/>
            <a:chExt cx="24382416" cy="24382424"/>
          </a:xfrm>
        </p:grpSpPr>
        <p:sp>
          <p:nvSpPr>
            <p:cNvPr id="7" name="Rectangle 6">
              <a:extLst>
                <a:ext uri="{FF2B5EF4-FFF2-40B4-BE49-F238E27FC236}">
                  <a16:creationId xmlns:a16="http://schemas.microsoft.com/office/drawing/2014/main" id="{5D1B524B-3D40-A964-AE67-36FE4D8385E0}"/>
                </a:ext>
              </a:extLst>
            </p:cNvPr>
            <p:cNvSpPr/>
            <p:nvPr/>
          </p:nvSpPr>
          <p:spPr>
            <a:xfrm rot="16200000">
              <a:off x="6096003" y="-6096000"/>
              <a:ext cx="12190416" cy="2438241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2" name="Group 11">
              <a:extLst>
                <a:ext uri="{FF2B5EF4-FFF2-40B4-BE49-F238E27FC236}">
                  <a16:creationId xmlns:a16="http://schemas.microsoft.com/office/drawing/2014/main" id="{D511F6C9-8F96-B31B-E24E-C5A2B8D6DA99}"/>
                </a:ext>
              </a:extLst>
            </p:cNvPr>
            <p:cNvGrpSpPr/>
            <p:nvPr userDrawn="1"/>
          </p:nvGrpSpPr>
          <p:grpSpPr>
            <a:xfrm>
              <a:off x="3" y="12191209"/>
              <a:ext cx="24382416" cy="12191214"/>
              <a:chOff x="3" y="12879162"/>
              <a:chExt cx="24382416" cy="6690742"/>
            </a:xfrm>
          </p:grpSpPr>
          <p:sp>
            <p:nvSpPr>
              <p:cNvPr id="8" name="Rectangle 7">
                <a:extLst>
                  <a:ext uri="{FF2B5EF4-FFF2-40B4-BE49-F238E27FC236}">
                    <a16:creationId xmlns:a16="http://schemas.microsoft.com/office/drawing/2014/main" id="{289ECD7D-3D62-C3F0-8DC0-E6A2C72260EF}"/>
                  </a:ext>
                </a:extLst>
              </p:cNvPr>
              <p:cNvSpPr>
                <a:spLocks/>
              </p:cNvSpPr>
              <p:nvPr/>
            </p:nvSpPr>
            <p:spPr>
              <a:xfrm rot="16200000">
                <a:off x="10852760" y="2026407"/>
                <a:ext cx="2676903" cy="243824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0F71AC1C-6861-88DE-0456-AB5F6C35D8CE}"/>
                  </a:ext>
                </a:extLst>
              </p:cNvPr>
              <p:cNvSpPr/>
              <p:nvPr/>
            </p:nvSpPr>
            <p:spPr>
              <a:xfrm rot="16200000">
                <a:off x="11067304" y="4488770"/>
                <a:ext cx="2247816" cy="24382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7E037D4-079F-4C16-7B74-BDFEB31FD933}"/>
                  </a:ext>
                </a:extLst>
              </p:cNvPr>
              <p:cNvSpPr>
                <a:spLocks/>
              </p:cNvSpPr>
              <p:nvPr userDrawn="1"/>
            </p:nvSpPr>
            <p:spPr>
              <a:xfrm rot="16200000">
                <a:off x="11308201" y="6495688"/>
                <a:ext cx="1766018" cy="243824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grpSp>
      <p:sp>
        <p:nvSpPr>
          <p:cNvPr id="2" name="Title 1">
            <a:extLst>
              <a:ext uri="{FF2B5EF4-FFF2-40B4-BE49-F238E27FC236}">
                <a16:creationId xmlns:a16="http://schemas.microsoft.com/office/drawing/2014/main" id="{F2E0493D-61A7-878A-76BD-FCC834E1786E}"/>
              </a:ext>
            </a:extLst>
          </p:cNvPr>
          <p:cNvSpPr>
            <a:spLocks noGrp="1"/>
          </p:cNvSpPr>
          <p:nvPr userDrawn="1">
            <p:ph type="title"/>
          </p:nvPr>
        </p:nvSpPr>
        <p:spPr>
          <a:xfrm>
            <a:off x="440561" y="2965676"/>
            <a:ext cx="5208132" cy="421494"/>
          </a:xfrm>
        </p:spPr>
        <p:txBody>
          <a:bodyPr/>
          <a:lstStyle>
            <a:lvl1pPr>
              <a:defRPr sz="3300">
                <a:solidFill>
                  <a:schemeClr val="bg1"/>
                </a:solidFill>
              </a:defRPr>
            </a:lvl1pPr>
          </a:lstStyle>
          <a:p>
            <a:r>
              <a:rPr lang="en-GB"/>
              <a:t>Click to edit Master title style</a:t>
            </a:r>
          </a:p>
        </p:txBody>
      </p:sp>
      <p:sp>
        <p:nvSpPr>
          <p:cNvPr id="3" name="Date Placeholder 2">
            <a:extLst>
              <a:ext uri="{FF2B5EF4-FFF2-40B4-BE49-F238E27FC236}">
                <a16:creationId xmlns:a16="http://schemas.microsoft.com/office/drawing/2014/main" id="{0047735E-7B8F-8BC8-4F7E-BCF621E9717A}"/>
              </a:ext>
            </a:extLst>
          </p:cNvPr>
          <p:cNvSpPr>
            <a:spLocks noGrp="1"/>
          </p:cNvSpPr>
          <p:nvPr userDrawn="1">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4" name="Footer Placeholder 3">
            <a:extLst>
              <a:ext uri="{FF2B5EF4-FFF2-40B4-BE49-F238E27FC236}">
                <a16:creationId xmlns:a16="http://schemas.microsoft.com/office/drawing/2014/main" id="{42987D87-0237-95AC-CF2A-0A06A3DDEA15}"/>
              </a:ext>
            </a:extLst>
          </p:cNvPr>
          <p:cNvSpPr>
            <a:spLocks noGrp="1"/>
          </p:cNvSpPr>
          <p:nvPr userDrawn="1">
            <p:ph type="ftr" sz="quarter" idx="11"/>
          </p:nvPr>
        </p:nvSpPr>
        <p:spPr/>
        <p:txBody>
          <a:bodyPr/>
          <a:lstStyle>
            <a:lvl1pPr>
              <a:defRPr>
                <a:solidFill>
                  <a:schemeClr val="bg1"/>
                </a:solidFill>
              </a:defRPr>
            </a:lvl1pPr>
          </a:lstStyle>
          <a:p>
            <a:r>
              <a:rPr lang="en-GB"/>
              <a:t>© GSMA 2022</a:t>
            </a:r>
          </a:p>
        </p:txBody>
      </p:sp>
      <p:sp>
        <p:nvSpPr>
          <p:cNvPr id="5" name="Slide Number Placeholder 4">
            <a:extLst>
              <a:ext uri="{FF2B5EF4-FFF2-40B4-BE49-F238E27FC236}">
                <a16:creationId xmlns:a16="http://schemas.microsoft.com/office/drawing/2014/main" id="{859CCE7D-722A-BE32-8704-7FDDF2102C3A}"/>
              </a:ext>
            </a:extLst>
          </p:cNvPr>
          <p:cNvSpPr>
            <a:spLocks noGrp="1"/>
          </p:cNvSpPr>
          <p:nvPr userDrawn="1">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11" name="Graphic 10">
            <a:extLst>
              <a:ext uri="{FF2B5EF4-FFF2-40B4-BE49-F238E27FC236}">
                <a16:creationId xmlns:a16="http://schemas.microsoft.com/office/drawing/2014/main" id="{27B900B3-DF3E-739D-34F9-3945912E398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13" name="Text Placeholder 10">
            <a:extLst>
              <a:ext uri="{FF2B5EF4-FFF2-40B4-BE49-F238E27FC236}">
                <a16:creationId xmlns:a16="http://schemas.microsoft.com/office/drawing/2014/main" id="{780988D1-2308-8A71-5492-5AE996641080}"/>
              </a:ext>
            </a:extLst>
          </p:cNvPr>
          <p:cNvSpPr>
            <a:spLocks noGrp="1"/>
          </p:cNvSpPr>
          <p:nvPr>
            <p:ph type="body" sz="quarter" idx="14"/>
          </p:nvPr>
        </p:nvSpPr>
        <p:spPr>
          <a:xfrm>
            <a:off x="440561" y="3538620"/>
            <a:ext cx="5208132" cy="919081"/>
          </a:xfrm>
        </p:spPr>
        <p:txBody>
          <a:bodyPr/>
          <a:lstStyle>
            <a:lvl1pPr>
              <a:defRPr sz="1600" b="0">
                <a:solidFill>
                  <a:schemeClr val="bg1"/>
                </a:solidFill>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p:txBody>
      </p:sp>
    </p:spTree>
    <p:extLst>
      <p:ext uri="{BB962C8B-B14F-4D97-AF65-F5344CB8AC3E}">
        <p14:creationId xmlns:p14="http://schemas.microsoft.com/office/powerpoint/2010/main" val="320969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679">
          <p15:clr>
            <a:srgbClr val="FBAE40"/>
          </p15:clr>
        </p15:guide>
        <p15:guide id="2" orient="horz" pos="43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Message_Gray Background">
    <p:bg>
      <p:bgPr>
        <a:solidFill>
          <a:schemeClr val="bg2"/>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781F175-7E0F-A5F0-5EA8-84A156206C97}"/>
              </a:ext>
            </a:extLst>
          </p:cNvPr>
          <p:cNvSpPr>
            <a:spLocks noGrp="1"/>
          </p:cNvSpPr>
          <p:nvPr>
            <p:ph type="dt" sz="half" idx="10"/>
          </p:nvPr>
        </p:nvSpPr>
        <p:spPr/>
        <p:txBody>
          <a:bodyPr/>
          <a:lstStyle/>
          <a:p>
            <a:fld id="{7E88A085-3330-4B00-A60A-515326445D30}" type="datetime1">
              <a:rPr lang="en-GB" smtClean="0"/>
              <a:t>22/08/2023</a:t>
            </a:fld>
            <a:endParaRPr lang="en-GB"/>
          </a:p>
        </p:txBody>
      </p:sp>
      <p:sp>
        <p:nvSpPr>
          <p:cNvPr id="9" name="Footer Placeholder 8">
            <a:extLst>
              <a:ext uri="{FF2B5EF4-FFF2-40B4-BE49-F238E27FC236}">
                <a16:creationId xmlns:a16="http://schemas.microsoft.com/office/drawing/2014/main" id="{DE5FF143-6937-F4F3-E199-A5174D32FA83}"/>
              </a:ext>
            </a:extLst>
          </p:cNvPr>
          <p:cNvSpPr>
            <a:spLocks noGrp="1"/>
          </p:cNvSpPr>
          <p:nvPr>
            <p:ph type="ftr" sz="quarter" idx="11"/>
          </p:nvPr>
        </p:nvSpPr>
        <p:spPr/>
        <p:txBody>
          <a:bodyPr/>
          <a:lstStyle/>
          <a:p>
            <a:r>
              <a:rPr lang="en-GB"/>
              <a:t>© GSMA 2022</a:t>
            </a:r>
          </a:p>
        </p:txBody>
      </p:sp>
      <p:sp>
        <p:nvSpPr>
          <p:cNvPr id="10" name="Slide Number Placeholder 9">
            <a:extLst>
              <a:ext uri="{FF2B5EF4-FFF2-40B4-BE49-F238E27FC236}">
                <a16:creationId xmlns:a16="http://schemas.microsoft.com/office/drawing/2014/main" id="{5F2CA7A7-D746-BE19-F148-7811E73C490C}"/>
              </a:ext>
            </a:extLst>
          </p:cNvPr>
          <p:cNvSpPr>
            <a:spLocks noGrp="1"/>
          </p:cNvSpPr>
          <p:nvPr>
            <p:ph type="sldNum" sz="quarter" idx="12"/>
          </p:nvPr>
        </p:nvSpPr>
        <p:spPr/>
        <p:txBody>
          <a:bodyPr/>
          <a:lstStyle/>
          <a:p>
            <a:fld id="{B51C77D3-387C-4881-A960-1F7F91E3F80B}" type="slidenum">
              <a:rPr lang="en-GB" smtClean="0"/>
              <a:pPr/>
              <a:t>‹#›</a:t>
            </a:fld>
            <a:endParaRPr lang="en-GB"/>
          </a:p>
        </p:txBody>
      </p:sp>
      <p:sp>
        <p:nvSpPr>
          <p:cNvPr id="11" name="Title 10">
            <a:extLst>
              <a:ext uri="{FF2B5EF4-FFF2-40B4-BE49-F238E27FC236}">
                <a16:creationId xmlns:a16="http://schemas.microsoft.com/office/drawing/2014/main" id="{60ACDC8D-FE47-7356-E580-965D01DB878E}"/>
              </a:ext>
            </a:extLst>
          </p:cNvPr>
          <p:cNvSpPr>
            <a:spLocks noGrp="1"/>
          </p:cNvSpPr>
          <p:nvPr>
            <p:ph type="title"/>
          </p:nvPr>
        </p:nvSpPr>
        <p:spPr>
          <a:xfrm>
            <a:off x="440560" y="440532"/>
            <a:ext cx="8351587" cy="535531"/>
          </a:xfrm>
        </p:spPr>
        <p:txBody>
          <a:bodyPr/>
          <a:lstStyle>
            <a:lvl1pPr>
              <a:lnSpc>
                <a:spcPct val="87000"/>
              </a:lnSpc>
              <a:defRPr sz="4000"/>
            </a:lvl1pPr>
          </a:lstStyle>
          <a:p>
            <a:r>
              <a:rPr lang="en-GB"/>
              <a:t>Click to edit Master title style</a:t>
            </a:r>
          </a:p>
        </p:txBody>
      </p:sp>
      <p:sp>
        <p:nvSpPr>
          <p:cNvPr id="12" name="Text Placeholder 10">
            <a:extLst>
              <a:ext uri="{FF2B5EF4-FFF2-40B4-BE49-F238E27FC236}">
                <a16:creationId xmlns:a16="http://schemas.microsoft.com/office/drawing/2014/main" id="{228D62D3-1FFD-0ABC-8607-9778DF92B0CB}"/>
              </a:ext>
            </a:extLst>
          </p:cNvPr>
          <p:cNvSpPr>
            <a:spLocks noGrp="1"/>
          </p:cNvSpPr>
          <p:nvPr>
            <p:ph type="body" sz="quarter" idx="14"/>
          </p:nvPr>
        </p:nvSpPr>
        <p:spPr>
          <a:xfrm>
            <a:off x="8920128" y="1406769"/>
            <a:ext cx="2830518" cy="4703885"/>
          </a:xfrm>
        </p:spPr>
        <p:txBody>
          <a:bodyPr/>
          <a:lstStyle>
            <a:lvl1pPr>
              <a:defRPr sz="2200"/>
            </a:lvl1pPr>
            <a:lvl2pPr>
              <a:defRPr sz="2200"/>
            </a:lvl2pPr>
            <a:lvl3pPr>
              <a:defRPr sz="1600"/>
            </a:lvl3pPr>
            <a:lvl4pPr>
              <a:defRPr sz="1600"/>
            </a:lvl4pPr>
            <a:lvl5pPr>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6" name="Graphic 15">
            <a:extLst>
              <a:ext uri="{FF2B5EF4-FFF2-40B4-BE49-F238E27FC236}">
                <a16:creationId xmlns:a16="http://schemas.microsoft.com/office/drawing/2014/main" id="{49192E39-2111-9126-4383-08527C3F49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400228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Message_Red Background">
    <p:bg>
      <p:bgPr>
        <a:solidFill>
          <a:schemeClr val="accent4"/>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781F175-7E0F-A5F0-5EA8-84A156206C97}"/>
              </a:ext>
            </a:extLst>
          </p:cNvPr>
          <p:cNvSpPr>
            <a:spLocks noGrp="1"/>
          </p:cNvSpPr>
          <p:nvPr>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9" name="Footer Placeholder 8">
            <a:extLst>
              <a:ext uri="{FF2B5EF4-FFF2-40B4-BE49-F238E27FC236}">
                <a16:creationId xmlns:a16="http://schemas.microsoft.com/office/drawing/2014/main" id="{DE5FF143-6937-F4F3-E199-A5174D32FA83}"/>
              </a:ext>
            </a:extLst>
          </p:cNvPr>
          <p:cNvSpPr>
            <a:spLocks noGrp="1"/>
          </p:cNvSpPr>
          <p:nvPr>
            <p:ph type="ftr" sz="quarter" idx="11"/>
          </p:nvPr>
        </p:nvSpPr>
        <p:spPr/>
        <p:txBody>
          <a:bodyPr/>
          <a:lstStyle>
            <a:lvl1pPr>
              <a:defRPr>
                <a:solidFill>
                  <a:schemeClr val="bg1"/>
                </a:solidFill>
              </a:defRPr>
            </a:lvl1pPr>
          </a:lstStyle>
          <a:p>
            <a:r>
              <a:rPr lang="en-GB"/>
              <a:t>© GSMA 2022</a:t>
            </a:r>
          </a:p>
        </p:txBody>
      </p:sp>
      <p:sp>
        <p:nvSpPr>
          <p:cNvPr id="10" name="Slide Number Placeholder 9">
            <a:extLst>
              <a:ext uri="{FF2B5EF4-FFF2-40B4-BE49-F238E27FC236}">
                <a16:creationId xmlns:a16="http://schemas.microsoft.com/office/drawing/2014/main" id="{5F2CA7A7-D746-BE19-F148-7811E73C490C}"/>
              </a:ext>
            </a:extLst>
          </p:cNvPr>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15" name="Graphic 14">
            <a:extLst>
              <a:ext uri="{FF2B5EF4-FFF2-40B4-BE49-F238E27FC236}">
                <a16:creationId xmlns:a16="http://schemas.microsoft.com/office/drawing/2014/main" id="{480A9ED2-01FA-5ACA-5AFB-D2496B64DDC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16" name="Title 10">
            <a:extLst>
              <a:ext uri="{FF2B5EF4-FFF2-40B4-BE49-F238E27FC236}">
                <a16:creationId xmlns:a16="http://schemas.microsoft.com/office/drawing/2014/main" id="{502632FA-F949-4C8E-853E-FCA0B7EE5DC2}"/>
              </a:ext>
            </a:extLst>
          </p:cNvPr>
          <p:cNvSpPr>
            <a:spLocks noGrp="1"/>
          </p:cNvSpPr>
          <p:nvPr>
            <p:ph type="title"/>
          </p:nvPr>
        </p:nvSpPr>
        <p:spPr>
          <a:xfrm>
            <a:off x="440560" y="440532"/>
            <a:ext cx="8361113" cy="535531"/>
          </a:xfrm>
        </p:spPr>
        <p:txBody>
          <a:bodyPr/>
          <a:lstStyle>
            <a:lvl1pPr>
              <a:lnSpc>
                <a:spcPct val="87000"/>
              </a:lnSpc>
              <a:defRPr>
                <a:solidFill>
                  <a:schemeClr val="bg1"/>
                </a:solidFill>
              </a:defRPr>
            </a:lvl1pPr>
          </a:lstStyle>
          <a:p>
            <a:r>
              <a:rPr lang="en-GB"/>
              <a:t>Click to edit Master title style</a:t>
            </a:r>
          </a:p>
        </p:txBody>
      </p:sp>
      <p:sp>
        <p:nvSpPr>
          <p:cNvPr id="17" name="Text Placeholder 10">
            <a:extLst>
              <a:ext uri="{FF2B5EF4-FFF2-40B4-BE49-F238E27FC236}">
                <a16:creationId xmlns:a16="http://schemas.microsoft.com/office/drawing/2014/main" id="{0C6B3C30-83BE-ABFA-B443-F6A77F552EC0}"/>
              </a:ext>
            </a:extLst>
          </p:cNvPr>
          <p:cNvSpPr>
            <a:spLocks noGrp="1"/>
          </p:cNvSpPr>
          <p:nvPr>
            <p:ph type="body" sz="quarter" idx="14"/>
          </p:nvPr>
        </p:nvSpPr>
        <p:spPr>
          <a:xfrm>
            <a:off x="8920128" y="1406769"/>
            <a:ext cx="2830518" cy="4703885"/>
          </a:xfrm>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a:buClr>
                <a:schemeClr val="bg1"/>
              </a:buClr>
              <a:defRPr sz="1600">
                <a:solidFill>
                  <a:schemeClr val="bg1"/>
                </a:solidFill>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05296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_Red">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solidFill>
                  <a:schemeClr val="bg1"/>
                </a:solidFill>
              </a:defRPr>
            </a:lvl1pPr>
          </a:lstStyle>
          <a:p>
            <a:r>
              <a:rPr lang="en-GB"/>
              <a:t>Click to edit Master title style</a:t>
            </a:r>
          </a:p>
        </p:txBody>
      </p:sp>
      <p:sp>
        <p:nvSpPr>
          <p:cNvPr id="3" name="Content Placeholder 2"/>
          <p:cNvSpPr>
            <a:spLocks noGrp="1"/>
          </p:cNvSpPr>
          <p:nvPr>
            <p:ph idx="1"/>
          </p:nvPr>
        </p:nvSpPr>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a:buClrTx/>
              <a:defRPr sz="1600">
                <a:solidFill>
                  <a:schemeClr val="bg1"/>
                </a:solidFill>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lvl1pPr>
              <a:defRPr>
                <a:solidFill>
                  <a:schemeClr val="bg1"/>
                </a:solidFill>
              </a:defRPr>
            </a:lvl1pPr>
          </a:lstStyle>
          <a:p>
            <a:fld id="{7CCEADB6-F722-4B9F-A14D-58DDD1683164}" type="datetime1">
              <a:rPr lang="en-GB" smtClean="0"/>
              <a:pPr/>
              <a:t>22/08/2023</a:t>
            </a:fld>
            <a:endParaRPr lang="en-GB"/>
          </a:p>
        </p:txBody>
      </p:sp>
      <p:sp>
        <p:nvSpPr>
          <p:cNvPr id="5" name="Footer Placeholder 4"/>
          <p:cNvSpPr>
            <a:spLocks noGrp="1"/>
          </p:cNvSpPr>
          <p:nvPr>
            <p:ph type="ftr" sz="quarter" idx="11"/>
          </p:nvPr>
        </p:nvSpPr>
        <p:spPr/>
        <p:txBody>
          <a:bodyPr/>
          <a:lstStyle>
            <a:lvl1pPr>
              <a:defRPr>
                <a:solidFill>
                  <a:schemeClr val="bg1"/>
                </a:solidFill>
              </a:defRPr>
            </a:lvl1pPr>
          </a:lstStyle>
          <a:p>
            <a:r>
              <a:rPr lang="en-GB"/>
              <a:t>© GSMA 2022</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9" name="Graphic 8">
            <a:extLst>
              <a:ext uri="{FF2B5EF4-FFF2-40B4-BE49-F238E27FC236}">
                <a16:creationId xmlns:a16="http://schemas.microsoft.com/office/drawing/2014/main" id="{7AEF6063-5539-CDED-8ED3-B904B8687B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477118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_White">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lvl1pPr>
          </a:lstStyle>
          <a:p>
            <a:r>
              <a:rPr lang="en-GB"/>
              <a:t>Click to edit Master title style</a:t>
            </a:r>
          </a:p>
        </p:txBody>
      </p:sp>
      <p:sp>
        <p:nvSpPr>
          <p:cNvPr id="3" name="Content Placeholder 2"/>
          <p:cNvSpPr>
            <a:spLocks noGrp="1"/>
          </p:cNvSpPr>
          <p:nvPr>
            <p:ph idx="1"/>
          </p:nvPr>
        </p:nvSpPr>
        <p:spPr>
          <a:xfrm>
            <a:off x="440560" y="1768475"/>
            <a:ext cx="5466427" cy="4379119"/>
          </a:xfrm>
        </p:spPr>
        <p:txBody>
          <a:bodyPr/>
          <a:lstStyle>
            <a:lvl1pPr>
              <a:defRPr sz="2200">
                <a:solidFill>
                  <a:schemeClr val="accent4"/>
                </a:solidFill>
              </a:defRPr>
            </a:lvl1pPr>
            <a:lvl2pPr>
              <a:defRPr sz="2200"/>
            </a:lvl2pPr>
            <a:lvl3pPr>
              <a:defRPr sz="1600"/>
            </a:lvl3pPr>
            <a:lvl4pPr>
              <a:buClr>
                <a:schemeClr val="accent4"/>
              </a:buClr>
              <a:defRPr sz="1600"/>
            </a:lvl4pPr>
            <a:lvl5pPr>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7CCEADB6-F722-4B9F-A14D-58DDD1683164}" type="datetime1">
              <a:rPr lang="en-GB" smtClean="0"/>
              <a:t>22/08/2023</a:t>
            </a:fld>
            <a:endParaRPr lang="en-GB"/>
          </a:p>
        </p:txBody>
      </p:sp>
      <p:sp>
        <p:nvSpPr>
          <p:cNvPr id="5" name="Footer Placeholder 4"/>
          <p:cNvSpPr>
            <a:spLocks noGrp="1"/>
          </p:cNvSpPr>
          <p:nvPr>
            <p:ph type="ftr" sz="quarter" idx="11"/>
          </p:nvPr>
        </p:nvSpPr>
        <p:spPr/>
        <p:txBody>
          <a:bodyPr/>
          <a:lstStyle/>
          <a:p>
            <a:r>
              <a:rPr lang="en-GB"/>
              <a:t>© GSMA 2022</a:t>
            </a:r>
          </a:p>
        </p:txBody>
      </p:sp>
      <p:sp>
        <p:nvSpPr>
          <p:cNvPr id="6" name="Slide Number Placeholder 5"/>
          <p:cNvSpPr>
            <a:spLocks noGrp="1"/>
          </p:cNvSpPr>
          <p:nvPr>
            <p:ph type="sldNum" sz="quarter" idx="12"/>
          </p:nvPr>
        </p:nvSpPr>
        <p:spPr/>
        <p:txBody>
          <a:bodyPr/>
          <a:lstStyle/>
          <a:p>
            <a:fld id="{B51C77D3-387C-4881-A960-1F7F91E3F80B}" type="slidenum">
              <a:rPr lang="en-GB" smtClean="0"/>
              <a:t>‹#›</a:t>
            </a:fld>
            <a:endParaRPr lang="en-GB"/>
          </a:p>
        </p:txBody>
      </p:sp>
      <p:sp>
        <p:nvSpPr>
          <p:cNvPr id="10" name="Content Placeholder 9">
            <a:extLst>
              <a:ext uri="{FF2B5EF4-FFF2-40B4-BE49-F238E27FC236}">
                <a16:creationId xmlns:a16="http://schemas.microsoft.com/office/drawing/2014/main" id="{5B54E90F-50F9-D450-21A3-1F26B493D0BD}"/>
              </a:ext>
            </a:extLst>
          </p:cNvPr>
          <p:cNvSpPr>
            <a:spLocks noGrp="1"/>
          </p:cNvSpPr>
          <p:nvPr>
            <p:ph sz="quarter" idx="13"/>
          </p:nvPr>
        </p:nvSpPr>
        <p:spPr>
          <a:xfrm>
            <a:off x="6285012" y="1768475"/>
            <a:ext cx="5465634" cy="4379119"/>
          </a:xfrm>
        </p:spPr>
        <p:txBody>
          <a:bodyPr/>
          <a:lstStyle>
            <a:lvl1pPr>
              <a:defRPr sz="2200">
                <a:solidFill>
                  <a:schemeClr val="accent4"/>
                </a:solidFill>
              </a:defRPr>
            </a:lvl1pPr>
            <a:lvl2pPr>
              <a:defRPr sz="2200"/>
            </a:lvl2pPr>
            <a:lvl3pPr>
              <a:defRPr sz="1600"/>
            </a:lvl3pPr>
            <a:lvl4pPr>
              <a:defRPr sz="1600"/>
            </a:lvl4pPr>
            <a:lvl5pPr>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1" name="Graphic 10">
            <a:extLst>
              <a:ext uri="{FF2B5EF4-FFF2-40B4-BE49-F238E27FC236}">
                <a16:creationId xmlns:a16="http://schemas.microsoft.com/office/drawing/2014/main" id="{33240DBB-AF57-9221-705F-3C7F495A8FE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113922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lumn_Red">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solidFill>
                  <a:schemeClr val="bg1"/>
                </a:solidFill>
              </a:defRPr>
            </a:lvl1pPr>
          </a:lstStyle>
          <a:p>
            <a:r>
              <a:rPr lang="en-GB"/>
              <a:t>Click to edit Master title style</a:t>
            </a:r>
          </a:p>
        </p:txBody>
      </p:sp>
      <p:sp>
        <p:nvSpPr>
          <p:cNvPr id="3" name="Content Placeholder 2"/>
          <p:cNvSpPr>
            <a:spLocks noGrp="1"/>
          </p:cNvSpPr>
          <p:nvPr>
            <p:ph idx="1"/>
          </p:nvPr>
        </p:nvSpPr>
        <p:spPr>
          <a:xfrm>
            <a:off x="440560" y="1768475"/>
            <a:ext cx="5466427" cy="4379119"/>
          </a:xfrm>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a:buClrTx/>
              <a:defRPr sz="1600">
                <a:solidFill>
                  <a:schemeClr val="bg1"/>
                </a:solidFill>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lvl1pPr>
              <a:defRPr>
                <a:solidFill>
                  <a:schemeClr val="bg1"/>
                </a:solidFill>
              </a:defRPr>
            </a:lvl1pPr>
          </a:lstStyle>
          <a:p>
            <a:fld id="{7CCEADB6-F722-4B9F-A14D-58DDD1683164}" type="datetime1">
              <a:rPr lang="en-GB" smtClean="0"/>
              <a:pPr/>
              <a:t>22/08/2023</a:t>
            </a:fld>
            <a:endParaRPr lang="en-GB"/>
          </a:p>
        </p:txBody>
      </p:sp>
      <p:sp>
        <p:nvSpPr>
          <p:cNvPr id="5" name="Footer Placeholder 4"/>
          <p:cNvSpPr>
            <a:spLocks noGrp="1"/>
          </p:cNvSpPr>
          <p:nvPr>
            <p:ph type="ftr" sz="quarter" idx="11"/>
          </p:nvPr>
        </p:nvSpPr>
        <p:spPr/>
        <p:txBody>
          <a:bodyPr/>
          <a:lstStyle>
            <a:lvl1pPr>
              <a:defRPr>
                <a:solidFill>
                  <a:schemeClr val="bg1"/>
                </a:solidFill>
              </a:defRPr>
            </a:lvl1pPr>
          </a:lstStyle>
          <a:p>
            <a:r>
              <a:rPr lang="en-GB"/>
              <a:t>© GSMA 2022</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sp>
        <p:nvSpPr>
          <p:cNvPr id="10" name="Content Placeholder 9">
            <a:extLst>
              <a:ext uri="{FF2B5EF4-FFF2-40B4-BE49-F238E27FC236}">
                <a16:creationId xmlns:a16="http://schemas.microsoft.com/office/drawing/2014/main" id="{5B54E90F-50F9-D450-21A3-1F26B493D0BD}"/>
              </a:ext>
            </a:extLst>
          </p:cNvPr>
          <p:cNvSpPr>
            <a:spLocks noGrp="1"/>
          </p:cNvSpPr>
          <p:nvPr>
            <p:ph sz="quarter" idx="13"/>
          </p:nvPr>
        </p:nvSpPr>
        <p:spPr>
          <a:xfrm>
            <a:off x="6285012" y="1768475"/>
            <a:ext cx="5465634" cy="4379119"/>
          </a:xfrm>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a:buClrTx/>
              <a:defRPr sz="1600">
                <a:solidFill>
                  <a:schemeClr val="bg1"/>
                </a:solidFill>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1" name="Graphic 10">
            <a:extLst>
              <a:ext uri="{FF2B5EF4-FFF2-40B4-BE49-F238E27FC236}">
                <a16:creationId xmlns:a16="http://schemas.microsoft.com/office/drawing/2014/main" id="{5928FC6B-84ED-7344-6D4C-8E10BB0BD63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377355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Column_White">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lvl1pPr>
          </a:lstStyle>
          <a:p>
            <a:r>
              <a:rPr lang="en-GB"/>
              <a:t>Click to edit Master title style</a:t>
            </a:r>
          </a:p>
        </p:txBody>
      </p:sp>
      <p:sp>
        <p:nvSpPr>
          <p:cNvPr id="3" name="Content Placeholder 2"/>
          <p:cNvSpPr>
            <a:spLocks noGrp="1"/>
          </p:cNvSpPr>
          <p:nvPr>
            <p:ph idx="1"/>
          </p:nvPr>
        </p:nvSpPr>
        <p:spPr>
          <a:xfrm>
            <a:off x="440561" y="1768475"/>
            <a:ext cx="3562520" cy="4379119"/>
          </a:xfrm>
        </p:spPr>
        <p:txBody>
          <a:bodyPr/>
          <a:lstStyle>
            <a:lvl1pPr>
              <a:defRPr sz="2200">
                <a:solidFill>
                  <a:schemeClr val="accent4"/>
                </a:solidFill>
              </a:defRPr>
            </a:lvl1pPr>
            <a:lvl2pPr>
              <a:defRPr sz="2200"/>
            </a:lvl2pPr>
            <a:lvl3pPr>
              <a:defRPr sz="1600"/>
            </a:lvl3pPr>
            <a:lvl4pPr>
              <a:buClr>
                <a:schemeClr val="accent4"/>
              </a:buClr>
              <a:defRPr sz="1600"/>
            </a:lvl4pPr>
            <a:lvl5pPr>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7CCEADB6-F722-4B9F-A14D-58DDD1683164}" type="datetime1">
              <a:rPr lang="en-GB" smtClean="0"/>
              <a:t>22/08/2023</a:t>
            </a:fld>
            <a:endParaRPr lang="en-GB"/>
          </a:p>
        </p:txBody>
      </p:sp>
      <p:sp>
        <p:nvSpPr>
          <p:cNvPr id="5" name="Footer Placeholder 4"/>
          <p:cNvSpPr>
            <a:spLocks noGrp="1"/>
          </p:cNvSpPr>
          <p:nvPr>
            <p:ph type="ftr" sz="quarter" idx="11"/>
          </p:nvPr>
        </p:nvSpPr>
        <p:spPr/>
        <p:txBody>
          <a:bodyPr/>
          <a:lstStyle/>
          <a:p>
            <a:r>
              <a:rPr lang="en-GB"/>
              <a:t>© GSMA 2022</a:t>
            </a:r>
          </a:p>
        </p:txBody>
      </p:sp>
      <p:sp>
        <p:nvSpPr>
          <p:cNvPr id="6" name="Slide Number Placeholder 5"/>
          <p:cNvSpPr>
            <a:spLocks noGrp="1"/>
          </p:cNvSpPr>
          <p:nvPr>
            <p:ph type="sldNum" sz="quarter" idx="12"/>
          </p:nvPr>
        </p:nvSpPr>
        <p:spPr/>
        <p:txBody>
          <a:bodyPr/>
          <a:lstStyle/>
          <a:p>
            <a:fld id="{B51C77D3-387C-4881-A960-1F7F91E3F80B}" type="slidenum">
              <a:rPr lang="en-GB" smtClean="0"/>
              <a:t>‹#›</a:t>
            </a:fld>
            <a:endParaRPr lang="en-GB"/>
          </a:p>
        </p:txBody>
      </p:sp>
      <p:pic>
        <p:nvPicPr>
          <p:cNvPr id="11" name="Graphic 10">
            <a:extLst>
              <a:ext uri="{FF2B5EF4-FFF2-40B4-BE49-F238E27FC236}">
                <a16:creationId xmlns:a16="http://schemas.microsoft.com/office/drawing/2014/main" id="{33240DBB-AF57-9221-705F-3C7F495A8FE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9" name="Content Placeholder 2">
            <a:extLst>
              <a:ext uri="{FF2B5EF4-FFF2-40B4-BE49-F238E27FC236}">
                <a16:creationId xmlns:a16="http://schemas.microsoft.com/office/drawing/2014/main" id="{C1CFBB50-87E0-D806-5666-9B050DB8CBC1}"/>
              </a:ext>
            </a:extLst>
          </p:cNvPr>
          <p:cNvSpPr>
            <a:spLocks noGrp="1"/>
          </p:cNvSpPr>
          <p:nvPr>
            <p:ph idx="13"/>
          </p:nvPr>
        </p:nvSpPr>
        <p:spPr>
          <a:xfrm>
            <a:off x="4314740" y="1768475"/>
            <a:ext cx="3562520" cy="4379119"/>
          </a:xfrm>
        </p:spPr>
        <p:txBody>
          <a:bodyPr/>
          <a:lstStyle>
            <a:lvl1pPr>
              <a:defRPr sz="2200">
                <a:solidFill>
                  <a:schemeClr val="accent4"/>
                </a:solidFill>
              </a:defRPr>
            </a:lvl1pPr>
            <a:lvl2pPr>
              <a:defRPr sz="2200"/>
            </a:lvl2pPr>
            <a:lvl3pPr>
              <a:defRPr sz="1600"/>
            </a:lvl3pPr>
            <a:lvl4pPr>
              <a:buClr>
                <a:schemeClr val="accent4"/>
              </a:buClr>
              <a:defRPr sz="1600"/>
            </a:lvl4pPr>
            <a:lvl5pPr>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Content Placeholder 2">
            <a:extLst>
              <a:ext uri="{FF2B5EF4-FFF2-40B4-BE49-F238E27FC236}">
                <a16:creationId xmlns:a16="http://schemas.microsoft.com/office/drawing/2014/main" id="{750B4A51-2A2C-566C-3CFC-3BEF1B68A015}"/>
              </a:ext>
            </a:extLst>
          </p:cNvPr>
          <p:cNvSpPr>
            <a:spLocks noGrp="1"/>
          </p:cNvSpPr>
          <p:nvPr>
            <p:ph idx="14"/>
          </p:nvPr>
        </p:nvSpPr>
        <p:spPr>
          <a:xfrm>
            <a:off x="8187459" y="1768475"/>
            <a:ext cx="3562520" cy="4379119"/>
          </a:xfrm>
        </p:spPr>
        <p:txBody>
          <a:bodyPr/>
          <a:lstStyle>
            <a:lvl1pPr>
              <a:defRPr sz="2200">
                <a:solidFill>
                  <a:schemeClr val="accent4"/>
                </a:solidFill>
              </a:defRPr>
            </a:lvl1pPr>
            <a:lvl2pPr>
              <a:defRPr sz="2200"/>
            </a:lvl2pPr>
            <a:lvl3pPr>
              <a:defRPr sz="1600"/>
            </a:lvl3pPr>
            <a:lvl4pPr>
              <a:buClr>
                <a:schemeClr val="accent4"/>
              </a:buClr>
              <a:defRPr sz="1600"/>
            </a:lvl4pPr>
            <a:lvl5pPr>
              <a:defRPr sz="9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735832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Column_Red">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solidFill>
                  <a:schemeClr val="bg1"/>
                </a:solidFill>
              </a:defRPr>
            </a:lvl1pPr>
          </a:lstStyle>
          <a:p>
            <a:r>
              <a:rPr lang="en-GB"/>
              <a:t>Click to edit Master title style</a:t>
            </a:r>
          </a:p>
        </p:txBody>
      </p:sp>
      <p:sp>
        <p:nvSpPr>
          <p:cNvPr id="3" name="Content Placeholder 2"/>
          <p:cNvSpPr>
            <a:spLocks noGrp="1"/>
          </p:cNvSpPr>
          <p:nvPr>
            <p:ph idx="1"/>
          </p:nvPr>
        </p:nvSpPr>
        <p:spPr>
          <a:xfrm>
            <a:off x="440561" y="1768475"/>
            <a:ext cx="3562520" cy="4379119"/>
          </a:xfrm>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a:buClr>
                <a:schemeClr val="bg1"/>
              </a:buClr>
              <a:defRPr sz="1600">
                <a:solidFill>
                  <a:schemeClr val="bg1"/>
                </a:solidFill>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lvl1pPr>
              <a:defRPr>
                <a:solidFill>
                  <a:schemeClr val="bg1"/>
                </a:solidFill>
              </a:defRPr>
            </a:lvl1pPr>
          </a:lstStyle>
          <a:p>
            <a:fld id="{7CCEADB6-F722-4B9F-A14D-58DDD1683164}" type="datetime1">
              <a:rPr lang="en-GB" smtClean="0"/>
              <a:pPr/>
              <a:t>22/08/2023</a:t>
            </a:fld>
            <a:endParaRPr lang="en-GB"/>
          </a:p>
        </p:txBody>
      </p:sp>
      <p:sp>
        <p:nvSpPr>
          <p:cNvPr id="5" name="Footer Placeholder 4"/>
          <p:cNvSpPr>
            <a:spLocks noGrp="1"/>
          </p:cNvSpPr>
          <p:nvPr>
            <p:ph type="ftr" sz="quarter" idx="11"/>
          </p:nvPr>
        </p:nvSpPr>
        <p:spPr/>
        <p:txBody>
          <a:bodyPr/>
          <a:lstStyle>
            <a:lvl1pPr>
              <a:defRPr>
                <a:solidFill>
                  <a:schemeClr val="bg1"/>
                </a:solidFill>
              </a:defRPr>
            </a:lvl1pPr>
          </a:lstStyle>
          <a:p>
            <a:r>
              <a:rPr lang="en-GB"/>
              <a:t>© GSMA 2022</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11" name="Graphic 10">
            <a:extLst>
              <a:ext uri="{FF2B5EF4-FFF2-40B4-BE49-F238E27FC236}">
                <a16:creationId xmlns:a16="http://schemas.microsoft.com/office/drawing/2014/main" id="{33240DBB-AF57-9221-705F-3C7F495A8FE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9" name="Content Placeholder 2">
            <a:extLst>
              <a:ext uri="{FF2B5EF4-FFF2-40B4-BE49-F238E27FC236}">
                <a16:creationId xmlns:a16="http://schemas.microsoft.com/office/drawing/2014/main" id="{C1CFBB50-87E0-D806-5666-9B050DB8CBC1}"/>
              </a:ext>
            </a:extLst>
          </p:cNvPr>
          <p:cNvSpPr>
            <a:spLocks noGrp="1"/>
          </p:cNvSpPr>
          <p:nvPr>
            <p:ph idx="13"/>
          </p:nvPr>
        </p:nvSpPr>
        <p:spPr>
          <a:xfrm>
            <a:off x="4314740" y="1768475"/>
            <a:ext cx="3562520" cy="4379119"/>
          </a:xfrm>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marL="324000" indent="-324000">
              <a:buClr>
                <a:schemeClr val="accent4"/>
              </a:buClr>
              <a:defRPr lang="en-US" sz="1600" kern="1200" spc="-65" baseline="0" dirty="0">
                <a:solidFill>
                  <a:schemeClr val="bg1"/>
                </a:solidFill>
                <a:latin typeface="+mn-lt"/>
                <a:ea typeface="+mn-ea"/>
                <a:cs typeface="+mn-cs"/>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marL="324000" lvl="3" indent="-324000" algn="l" defTabSz="914355" rtl="0" eaLnBrk="1" latinLnBrk="0" hangingPunct="1">
              <a:lnSpc>
                <a:spcPct val="88000"/>
              </a:lnSpc>
              <a:spcBef>
                <a:spcPts val="0"/>
              </a:spcBef>
              <a:spcAft>
                <a:spcPts val="900"/>
              </a:spcAft>
              <a:buClr>
                <a:schemeClr val="bg1"/>
              </a:buClr>
              <a:buFont typeface="Arial" panose="020B0604020202020204" pitchFamily="34" charset="0"/>
              <a:buChar char="–"/>
            </a:pPr>
            <a:r>
              <a:rPr lang="en-GB"/>
              <a:t>Fourth level</a:t>
            </a:r>
          </a:p>
          <a:p>
            <a:pPr lvl="4"/>
            <a:r>
              <a:rPr lang="en-GB"/>
              <a:t>Fifth level</a:t>
            </a:r>
          </a:p>
        </p:txBody>
      </p:sp>
      <p:sp>
        <p:nvSpPr>
          <p:cNvPr id="12" name="Content Placeholder 2">
            <a:extLst>
              <a:ext uri="{FF2B5EF4-FFF2-40B4-BE49-F238E27FC236}">
                <a16:creationId xmlns:a16="http://schemas.microsoft.com/office/drawing/2014/main" id="{750B4A51-2A2C-566C-3CFC-3BEF1B68A015}"/>
              </a:ext>
            </a:extLst>
          </p:cNvPr>
          <p:cNvSpPr>
            <a:spLocks noGrp="1"/>
          </p:cNvSpPr>
          <p:nvPr>
            <p:ph idx="14"/>
          </p:nvPr>
        </p:nvSpPr>
        <p:spPr>
          <a:xfrm>
            <a:off x="8187459" y="1768475"/>
            <a:ext cx="3562520" cy="4379119"/>
          </a:xfrm>
        </p:spPr>
        <p:txBody>
          <a:bodyPr/>
          <a:lstStyle>
            <a:lvl1pPr>
              <a:defRPr sz="2200">
                <a:solidFill>
                  <a:schemeClr val="bg1"/>
                </a:solidFill>
              </a:defRPr>
            </a:lvl1pPr>
            <a:lvl2pPr>
              <a:defRPr sz="2200">
                <a:solidFill>
                  <a:schemeClr val="bg1"/>
                </a:solidFill>
              </a:defRPr>
            </a:lvl2pPr>
            <a:lvl3pPr>
              <a:defRPr sz="1600">
                <a:solidFill>
                  <a:schemeClr val="bg1"/>
                </a:solidFill>
              </a:defRPr>
            </a:lvl3pPr>
            <a:lvl4pPr marL="324000" indent="-324000">
              <a:buClr>
                <a:schemeClr val="accent4"/>
              </a:buClr>
              <a:defRPr lang="en-US" sz="1600" kern="1200" spc="-65" baseline="0" dirty="0">
                <a:solidFill>
                  <a:schemeClr val="bg1"/>
                </a:solidFill>
                <a:latin typeface="+mn-lt"/>
                <a:ea typeface="+mn-ea"/>
                <a:cs typeface="+mn-cs"/>
              </a:defRPr>
            </a:lvl4pPr>
            <a:lvl5pPr>
              <a:defRPr sz="900">
                <a:solidFill>
                  <a:schemeClr val="bg1"/>
                </a:solidFill>
              </a:defRPr>
            </a:lvl5pPr>
          </a:lstStyle>
          <a:p>
            <a:pPr lvl="0"/>
            <a:r>
              <a:rPr lang="en-GB"/>
              <a:t>Click to edit Master text styles</a:t>
            </a:r>
          </a:p>
          <a:p>
            <a:pPr lvl="1"/>
            <a:r>
              <a:rPr lang="en-GB"/>
              <a:t>Second level</a:t>
            </a:r>
          </a:p>
          <a:p>
            <a:pPr lvl="2"/>
            <a:r>
              <a:rPr lang="en-GB"/>
              <a:t>Third level</a:t>
            </a:r>
          </a:p>
          <a:p>
            <a:pPr marL="324000" lvl="3" indent="-324000" algn="l" defTabSz="914355" rtl="0" eaLnBrk="1" latinLnBrk="0" hangingPunct="1">
              <a:lnSpc>
                <a:spcPct val="88000"/>
              </a:lnSpc>
              <a:spcBef>
                <a:spcPts val="0"/>
              </a:spcBef>
              <a:spcAft>
                <a:spcPts val="900"/>
              </a:spcAft>
              <a:buClr>
                <a:schemeClr val="bg1"/>
              </a:buClr>
              <a:buFont typeface="Arial" panose="020B0604020202020204" pitchFamily="34" charset="0"/>
              <a:buChar char="–"/>
            </a:pPr>
            <a:r>
              <a:rPr lang="en-GB"/>
              <a:t>Fourth level</a:t>
            </a:r>
          </a:p>
          <a:p>
            <a:pPr lvl="4"/>
            <a:r>
              <a:rPr lang="en-GB"/>
              <a:t>Fifth level</a:t>
            </a:r>
          </a:p>
        </p:txBody>
      </p:sp>
    </p:spTree>
    <p:extLst>
      <p:ext uri="{BB962C8B-B14F-4D97-AF65-F5344CB8AC3E}">
        <p14:creationId xmlns:p14="http://schemas.microsoft.com/office/powerpoint/2010/main" val="2824404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rge Picture A">
    <p:bg>
      <p:bgPr>
        <a:solidFill>
          <a:schemeClr val="bg2"/>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51C77D3-387C-4881-A960-1F7F91E3F80B}" type="slidenum">
              <a:rPr lang="en-GB" smtClean="0"/>
              <a:t>‹#›</a:t>
            </a:fld>
            <a:endParaRPr lang="en-GB"/>
          </a:p>
        </p:txBody>
      </p:sp>
      <p:sp>
        <p:nvSpPr>
          <p:cNvPr id="7" name="Picture Placeholder 6">
            <a:extLst>
              <a:ext uri="{FF2B5EF4-FFF2-40B4-BE49-F238E27FC236}">
                <a16:creationId xmlns:a16="http://schemas.microsoft.com/office/drawing/2014/main" id="{DC931263-CF04-265D-F287-4D5ACD269E29}"/>
              </a:ext>
            </a:extLst>
          </p:cNvPr>
          <p:cNvSpPr>
            <a:spLocks noGrp="1"/>
          </p:cNvSpPr>
          <p:nvPr>
            <p:ph type="pic" sz="quarter" idx="13"/>
          </p:nvPr>
        </p:nvSpPr>
        <p:spPr>
          <a:xfrm>
            <a:off x="0" y="0"/>
            <a:ext cx="8004234" cy="6858000"/>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1" name="Text Placeholder 10">
            <a:extLst>
              <a:ext uri="{FF2B5EF4-FFF2-40B4-BE49-F238E27FC236}">
                <a16:creationId xmlns:a16="http://schemas.microsoft.com/office/drawing/2014/main" id="{7B4841FE-32C4-0298-142F-7A21E85D0C51}"/>
              </a:ext>
            </a:extLst>
          </p:cNvPr>
          <p:cNvSpPr>
            <a:spLocks noGrp="1"/>
          </p:cNvSpPr>
          <p:nvPr>
            <p:ph type="body" sz="quarter" idx="14"/>
          </p:nvPr>
        </p:nvSpPr>
        <p:spPr>
          <a:xfrm>
            <a:off x="8920128" y="1013320"/>
            <a:ext cx="2830518" cy="51342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8" name="Graphic 7">
            <a:extLst>
              <a:ext uri="{FF2B5EF4-FFF2-40B4-BE49-F238E27FC236}">
                <a16:creationId xmlns:a16="http://schemas.microsoft.com/office/drawing/2014/main" id="{18FB3E3C-747F-02C7-8E65-60460527994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372683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rge Picture A_Red">
    <p:bg>
      <p:bgPr>
        <a:solidFill>
          <a:schemeClr val="accent4"/>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sp>
        <p:nvSpPr>
          <p:cNvPr id="7" name="Picture Placeholder 6">
            <a:extLst>
              <a:ext uri="{FF2B5EF4-FFF2-40B4-BE49-F238E27FC236}">
                <a16:creationId xmlns:a16="http://schemas.microsoft.com/office/drawing/2014/main" id="{DC931263-CF04-265D-F287-4D5ACD269E29}"/>
              </a:ext>
            </a:extLst>
          </p:cNvPr>
          <p:cNvSpPr>
            <a:spLocks noGrp="1"/>
          </p:cNvSpPr>
          <p:nvPr>
            <p:ph type="pic" sz="quarter" idx="13"/>
          </p:nvPr>
        </p:nvSpPr>
        <p:spPr>
          <a:xfrm>
            <a:off x="0" y="0"/>
            <a:ext cx="8004234" cy="6858000"/>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1" name="Text Placeholder 10">
            <a:extLst>
              <a:ext uri="{FF2B5EF4-FFF2-40B4-BE49-F238E27FC236}">
                <a16:creationId xmlns:a16="http://schemas.microsoft.com/office/drawing/2014/main" id="{7B4841FE-32C4-0298-142F-7A21E85D0C51}"/>
              </a:ext>
            </a:extLst>
          </p:cNvPr>
          <p:cNvSpPr>
            <a:spLocks noGrp="1"/>
          </p:cNvSpPr>
          <p:nvPr>
            <p:ph type="body" sz="quarter" idx="14"/>
          </p:nvPr>
        </p:nvSpPr>
        <p:spPr>
          <a:xfrm>
            <a:off x="8920128" y="1013320"/>
            <a:ext cx="2830518" cy="5134274"/>
          </a:xfrm>
        </p:spPr>
        <p:txBody>
          <a:bodyPr/>
          <a:lstStyle>
            <a:lvl1pPr>
              <a:defRPr>
                <a:solidFill>
                  <a:schemeClr val="bg1"/>
                </a:solidFill>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8" name="Graphic 7">
            <a:extLst>
              <a:ext uri="{FF2B5EF4-FFF2-40B4-BE49-F238E27FC236}">
                <a16:creationId xmlns:a16="http://schemas.microsoft.com/office/drawing/2014/main" id="{0AEB487A-C207-885A-8A9D-688F14E5C00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410026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arge Picture B">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C931263-CF04-265D-F287-4D5ACD269E29}"/>
              </a:ext>
            </a:extLst>
          </p:cNvPr>
          <p:cNvSpPr>
            <a:spLocks noGrp="1"/>
          </p:cNvSpPr>
          <p:nvPr>
            <p:ph type="pic" sz="quarter" idx="13"/>
          </p:nvPr>
        </p:nvSpPr>
        <p:spPr>
          <a:xfrm>
            <a:off x="440560" y="440531"/>
            <a:ext cx="7563673" cy="5707063"/>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1" name="Text Placeholder 10">
            <a:extLst>
              <a:ext uri="{FF2B5EF4-FFF2-40B4-BE49-F238E27FC236}">
                <a16:creationId xmlns:a16="http://schemas.microsoft.com/office/drawing/2014/main" id="{7B4841FE-32C4-0298-142F-7A21E85D0C51}"/>
              </a:ext>
            </a:extLst>
          </p:cNvPr>
          <p:cNvSpPr>
            <a:spLocks noGrp="1"/>
          </p:cNvSpPr>
          <p:nvPr>
            <p:ph type="body" sz="quarter" idx="14"/>
          </p:nvPr>
        </p:nvSpPr>
        <p:spPr>
          <a:xfrm>
            <a:off x="8920128" y="1013320"/>
            <a:ext cx="2830518" cy="51342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Date Placeholder 8">
            <a:extLst>
              <a:ext uri="{FF2B5EF4-FFF2-40B4-BE49-F238E27FC236}">
                <a16:creationId xmlns:a16="http://schemas.microsoft.com/office/drawing/2014/main" id="{912AE86A-C8E6-21B6-852A-D756DCEEDAE7}"/>
              </a:ext>
            </a:extLst>
          </p:cNvPr>
          <p:cNvSpPr>
            <a:spLocks noGrp="1"/>
          </p:cNvSpPr>
          <p:nvPr>
            <p:ph type="dt" sz="half" idx="15"/>
          </p:nvPr>
        </p:nvSpPr>
        <p:spPr/>
        <p:txBody>
          <a:bodyPr/>
          <a:lstStyle/>
          <a:p>
            <a:fld id="{7E88A085-3330-4B00-A60A-515326445D30}" type="datetime1">
              <a:rPr lang="en-GB" smtClean="0"/>
              <a:t>22/08/2023</a:t>
            </a:fld>
            <a:endParaRPr lang="en-GB"/>
          </a:p>
        </p:txBody>
      </p:sp>
      <p:sp>
        <p:nvSpPr>
          <p:cNvPr id="10" name="Footer Placeholder 9">
            <a:extLst>
              <a:ext uri="{FF2B5EF4-FFF2-40B4-BE49-F238E27FC236}">
                <a16:creationId xmlns:a16="http://schemas.microsoft.com/office/drawing/2014/main" id="{7B0191E1-0EA8-2612-5330-63F317927630}"/>
              </a:ext>
            </a:extLst>
          </p:cNvPr>
          <p:cNvSpPr>
            <a:spLocks noGrp="1"/>
          </p:cNvSpPr>
          <p:nvPr>
            <p:ph type="ftr" sz="quarter" idx="16"/>
          </p:nvPr>
        </p:nvSpPr>
        <p:spPr/>
        <p:txBody>
          <a:bodyPr/>
          <a:lstStyle/>
          <a:p>
            <a:r>
              <a:rPr lang="en-GB"/>
              <a:t>© GSMA 2022</a:t>
            </a:r>
          </a:p>
        </p:txBody>
      </p:sp>
      <p:sp>
        <p:nvSpPr>
          <p:cNvPr id="12" name="Slide Number Placeholder 11">
            <a:extLst>
              <a:ext uri="{FF2B5EF4-FFF2-40B4-BE49-F238E27FC236}">
                <a16:creationId xmlns:a16="http://schemas.microsoft.com/office/drawing/2014/main" id="{6407607C-CE0E-2DE4-7856-E46C106F27B2}"/>
              </a:ext>
            </a:extLst>
          </p:cNvPr>
          <p:cNvSpPr>
            <a:spLocks noGrp="1"/>
          </p:cNvSpPr>
          <p:nvPr>
            <p:ph type="sldNum" sz="quarter" idx="17"/>
          </p:nvPr>
        </p:nvSpPr>
        <p:spPr/>
        <p:txBody>
          <a:bodyPr/>
          <a:lstStyle/>
          <a:p>
            <a:fld id="{B51C77D3-387C-4881-A960-1F7F91E3F80B}" type="slidenum">
              <a:rPr lang="en-GB" smtClean="0"/>
              <a:pPr/>
              <a:t>‹#›</a:t>
            </a:fld>
            <a:endParaRPr lang="en-GB"/>
          </a:p>
        </p:txBody>
      </p:sp>
      <p:pic>
        <p:nvPicPr>
          <p:cNvPr id="13" name="Graphic 12">
            <a:extLst>
              <a:ext uri="{FF2B5EF4-FFF2-40B4-BE49-F238E27FC236}">
                <a16:creationId xmlns:a16="http://schemas.microsoft.com/office/drawing/2014/main" id="{54D64EAF-C3F4-EBEE-D7D3-F4E432F2F587}"/>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1997273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rge Picture B_Red">
    <p:bg>
      <p:bgPr>
        <a:solidFill>
          <a:schemeClr val="accent4"/>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781F175-7E0F-A5F0-5EA8-84A156206C97}"/>
              </a:ext>
            </a:extLst>
          </p:cNvPr>
          <p:cNvSpPr>
            <a:spLocks noGrp="1"/>
          </p:cNvSpPr>
          <p:nvPr userDrawn="1">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9" name="Footer Placeholder 8">
            <a:extLst>
              <a:ext uri="{FF2B5EF4-FFF2-40B4-BE49-F238E27FC236}">
                <a16:creationId xmlns:a16="http://schemas.microsoft.com/office/drawing/2014/main" id="{DE5FF143-6937-F4F3-E199-A5174D32FA83}"/>
              </a:ext>
            </a:extLst>
          </p:cNvPr>
          <p:cNvSpPr>
            <a:spLocks noGrp="1"/>
          </p:cNvSpPr>
          <p:nvPr userDrawn="1">
            <p:ph type="ftr" sz="quarter" idx="11"/>
          </p:nvPr>
        </p:nvSpPr>
        <p:spPr/>
        <p:txBody>
          <a:bodyPr/>
          <a:lstStyle>
            <a:lvl1pPr>
              <a:defRPr>
                <a:solidFill>
                  <a:schemeClr val="bg1"/>
                </a:solidFill>
              </a:defRPr>
            </a:lvl1pPr>
          </a:lstStyle>
          <a:p>
            <a:r>
              <a:rPr lang="en-GB"/>
              <a:t>© GSMA 2022</a:t>
            </a:r>
          </a:p>
        </p:txBody>
      </p:sp>
      <p:sp>
        <p:nvSpPr>
          <p:cNvPr id="10" name="Slide Number Placeholder 9">
            <a:extLst>
              <a:ext uri="{FF2B5EF4-FFF2-40B4-BE49-F238E27FC236}">
                <a16:creationId xmlns:a16="http://schemas.microsoft.com/office/drawing/2014/main" id="{5F2CA7A7-D746-BE19-F148-7811E73C490C}"/>
              </a:ext>
            </a:extLst>
          </p:cNvPr>
          <p:cNvSpPr>
            <a:spLocks noGrp="1"/>
          </p:cNvSpPr>
          <p:nvPr userDrawn="1">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sp>
        <p:nvSpPr>
          <p:cNvPr id="12" name="Text Placeholder 10">
            <a:extLst>
              <a:ext uri="{FF2B5EF4-FFF2-40B4-BE49-F238E27FC236}">
                <a16:creationId xmlns:a16="http://schemas.microsoft.com/office/drawing/2014/main" id="{228D62D3-1FFD-0ABC-8607-9778DF92B0CB}"/>
              </a:ext>
            </a:extLst>
          </p:cNvPr>
          <p:cNvSpPr>
            <a:spLocks noGrp="1"/>
          </p:cNvSpPr>
          <p:nvPr userDrawn="1">
            <p:ph type="body" sz="quarter" idx="14"/>
          </p:nvPr>
        </p:nvSpPr>
        <p:spPr>
          <a:xfrm>
            <a:off x="8920128" y="1013320"/>
            <a:ext cx="2830518" cy="5134274"/>
          </a:xfrm>
        </p:spPr>
        <p:txBody>
          <a:bodyPr/>
          <a:lstStyle>
            <a:lvl1pPr>
              <a:defRPr>
                <a:solidFill>
                  <a:schemeClr val="bg1"/>
                </a:solidFill>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1" name="Picture Placeholder 50">
            <a:extLst>
              <a:ext uri="{FF2B5EF4-FFF2-40B4-BE49-F238E27FC236}">
                <a16:creationId xmlns:a16="http://schemas.microsoft.com/office/drawing/2014/main" id="{3724C21E-4471-E2C2-F25E-15C7BC4D99B3}"/>
              </a:ext>
            </a:extLst>
          </p:cNvPr>
          <p:cNvSpPr>
            <a:spLocks noGrp="1"/>
          </p:cNvSpPr>
          <p:nvPr>
            <p:ph type="pic" sz="quarter" idx="16"/>
          </p:nvPr>
        </p:nvSpPr>
        <p:spPr>
          <a:xfrm>
            <a:off x="440560" y="963745"/>
            <a:ext cx="7576690" cy="4598496"/>
          </a:xfrm>
          <a:custGeom>
            <a:avLst/>
            <a:gdLst>
              <a:gd name="connsiteX0" fmla="*/ 0 w 15152394"/>
              <a:gd name="connsiteY0" fmla="*/ 6895008 h 9196992"/>
              <a:gd name="connsiteX1" fmla="*/ 3524400 w 15152394"/>
              <a:gd name="connsiteY1" fmla="*/ 6895008 h 9196992"/>
              <a:gd name="connsiteX2" fmla="*/ 3524400 w 15152394"/>
              <a:gd name="connsiteY2" fmla="*/ 9194400 h 9196992"/>
              <a:gd name="connsiteX3" fmla="*/ 0 w 15152394"/>
              <a:gd name="connsiteY3" fmla="*/ 9194400 h 9196992"/>
              <a:gd name="connsiteX4" fmla="*/ 3876528 w 15152394"/>
              <a:gd name="connsiteY4" fmla="*/ 4599790 h 9196992"/>
              <a:gd name="connsiteX5" fmla="*/ 7400929 w 15152394"/>
              <a:gd name="connsiteY5" fmla="*/ 4599790 h 9196992"/>
              <a:gd name="connsiteX6" fmla="*/ 7400929 w 15152394"/>
              <a:gd name="connsiteY6" fmla="*/ 9196991 h 9196992"/>
              <a:gd name="connsiteX7" fmla="*/ 3876528 w 15152394"/>
              <a:gd name="connsiteY7" fmla="*/ 9196991 h 9196992"/>
              <a:gd name="connsiteX8" fmla="*/ 7753055 w 15152394"/>
              <a:gd name="connsiteY8" fmla="*/ 2299392 h 9196992"/>
              <a:gd name="connsiteX9" fmla="*/ 11277456 w 15152394"/>
              <a:gd name="connsiteY9" fmla="*/ 2299392 h 9196992"/>
              <a:gd name="connsiteX10" fmla="*/ 11277456 w 15152394"/>
              <a:gd name="connsiteY10" fmla="*/ 9196992 h 9196992"/>
              <a:gd name="connsiteX11" fmla="*/ 7753055 w 15152394"/>
              <a:gd name="connsiteY11" fmla="*/ 9196992 h 9196992"/>
              <a:gd name="connsiteX12" fmla="*/ 11627993 w 15152394"/>
              <a:gd name="connsiteY12" fmla="*/ 0 h 9196992"/>
              <a:gd name="connsiteX13" fmla="*/ 15152394 w 15152394"/>
              <a:gd name="connsiteY13" fmla="*/ 0 h 9196992"/>
              <a:gd name="connsiteX14" fmla="*/ 15152394 w 15152394"/>
              <a:gd name="connsiteY14" fmla="*/ 9194400 h 9196992"/>
              <a:gd name="connsiteX15" fmla="*/ 11627993 w 15152394"/>
              <a:gd name="connsiteY15" fmla="*/ 9194400 h 919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152394" h="9196992">
                <a:moveTo>
                  <a:pt x="0" y="6895008"/>
                </a:moveTo>
                <a:lnTo>
                  <a:pt x="3524400" y="6895008"/>
                </a:lnTo>
                <a:lnTo>
                  <a:pt x="3524400" y="9194400"/>
                </a:lnTo>
                <a:lnTo>
                  <a:pt x="0" y="9194400"/>
                </a:lnTo>
                <a:close/>
                <a:moveTo>
                  <a:pt x="3876528" y="4599790"/>
                </a:moveTo>
                <a:lnTo>
                  <a:pt x="7400929" y="4599790"/>
                </a:lnTo>
                <a:lnTo>
                  <a:pt x="7400929" y="9196991"/>
                </a:lnTo>
                <a:lnTo>
                  <a:pt x="3876528" y="9196991"/>
                </a:lnTo>
                <a:close/>
                <a:moveTo>
                  <a:pt x="7753055" y="2299392"/>
                </a:moveTo>
                <a:lnTo>
                  <a:pt x="11277456" y="2299392"/>
                </a:lnTo>
                <a:lnTo>
                  <a:pt x="11277456" y="9196992"/>
                </a:lnTo>
                <a:lnTo>
                  <a:pt x="7753055" y="9196992"/>
                </a:lnTo>
                <a:close/>
                <a:moveTo>
                  <a:pt x="11627993" y="0"/>
                </a:moveTo>
                <a:lnTo>
                  <a:pt x="15152394" y="0"/>
                </a:lnTo>
                <a:lnTo>
                  <a:pt x="15152394" y="9194400"/>
                </a:lnTo>
                <a:lnTo>
                  <a:pt x="11627993" y="9194400"/>
                </a:lnTo>
                <a:close/>
              </a:path>
            </a:pathLst>
          </a:custGeom>
          <a:solidFill>
            <a:schemeClr val="bg1">
              <a:lumMod val="85000"/>
            </a:schemeClr>
          </a:solidFill>
        </p:spPr>
        <p:txBody>
          <a:bodyPr wrap="square" anchor="ctr" anchorCtr="1">
            <a:noAutofit/>
          </a:bodyPr>
          <a:lstStyle>
            <a:lvl1pPr>
              <a:lnSpc>
                <a:spcPct val="88000"/>
              </a:lnSpc>
              <a:defRPr sz="2000" b="0"/>
            </a:lvl1pPr>
            <a:lvl3pPr algn="ctr">
              <a:defRPr/>
            </a:lvl3pPr>
          </a:lstStyle>
          <a:p>
            <a:pPr lvl="0"/>
            <a:endParaRPr lang="en-GB"/>
          </a:p>
        </p:txBody>
      </p:sp>
      <p:pic>
        <p:nvPicPr>
          <p:cNvPr id="13" name="Graphic 12">
            <a:extLst>
              <a:ext uri="{FF2B5EF4-FFF2-40B4-BE49-F238E27FC236}">
                <a16:creationId xmlns:a16="http://schemas.microsoft.com/office/drawing/2014/main" id="{0F3063AC-CFAA-6E28-1948-E7ADDEA6FB8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2515639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rge Picture C">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C931263-CF04-265D-F287-4D5ACD269E29}"/>
              </a:ext>
            </a:extLst>
          </p:cNvPr>
          <p:cNvSpPr>
            <a:spLocks noGrp="1"/>
          </p:cNvSpPr>
          <p:nvPr>
            <p:ph type="pic" sz="quarter" idx="13"/>
          </p:nvPr>
        </p:nvSpPr>
        <p:spPr>
          <a:xfrm>
            <a:off x="440560" y="909594"/>
            <a:ext cx="11310086" cy="5238000"/>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1" name="Text Placeholder 10">
            <a:extLst>
              <a:ext uri="{FF2B5EF4-FFF2-40B4-BE49-F238E27FC236}">
                <a16:creationId xmlns:a16="http://schemas.microsoft.com/office/drawing/2014/main" id="{7B4841FE-32C4-0298-142F-7A21E85D0C51}"/>
              </a:ext>
            </a:extLst>
          </p:cNvPr>
          <p:cNvSpPr>
            <a:spLocks noGrp="1"/>
          </p:cNvSpPr>
          <p:nvPr>
            <p:ph type="body" sz="quarter" idx="14"/>
          </p:nvPr>
        </p:nvSpPr>
        <p:spPr>
          <a:xfrm>
            <a:off x="440560" y="440532"/>
            <a:ext cx="4427032" cy="181017"/>
          </a:xfrm>
        </p:spPr>
        <p:txBody>
          <a:bodyPr wrap="square">
            <a:spAutoFit/>
          </a:bodyPr>
          <a:lstStyle>
            <a:lvl1pPr>
              <a:lnSpc>
                <a:spcPct val="95000"/>
              </a:lnSpc>
              <a:defRPr sz="1200" b="0" spc="-15" baseline="0">
                <a:solidFill>
                  <a:schemeClr val="tx1"/>
                </a:solidFill>
              </a:defRPr>
            </a:lvl1pPr>
          </a:lstStyle>
          <a:p>
            <a:pPr lvl="0"/>
            <a:r>
              <a:rPr lang="en-GB"/>
              <a:t>Click to edit Master text styles</a:t>
            </a:r>
          </a:p>
        </p:txBody>
      </p:sp>
      <p:sp>
        <p:nvSpPr>
          <p:cNvPr id="9" name="Date Placeholder 8">
            <a:extLst>
              <a:ext uri="{FF2B5EF4-FFF2-40B4-BE49-F238E27FC236}">
                <a16:creationId xmlns:a16="http://schemas.microsoft.com/office/drawing/2014/main" id="{912AE86A-C8E6-21B6-852A-D756DCEEDAE7}"/>
              </a:ext>
            </a:extLst>
          </p:cNvPr>
          <p:cNvSpPr>
            <a:spLocks noGrp="1"/>
          </p:cNvSpPr>
          <p:nvPr>
            <p:ph type="dt" sz="half" idx="15"/>
          </p:nvPr>
        </p:nvSpPr>
        <p:spPr/>
        <p:txBody>
          <a:bodyPr/>
          <a:lstStyle/>
          <a:p>
            <a:fld id="{7E88A085-3330-4B00-A60A-515326445D30}" type="datetime1">
              <a:rPr lang="en-GB" smtClean="0"/>
              <a:t>22/08/2023</a:t>
            </a:fld>
            <a:endParaRPr lang="en-GB"/>
          </a:p>
        </p:txBody>
      </p:sp>
      <p:sp>
        <p:nvSpPr>
          <p:cNvPr id="10" name="Footer Placeholder 9">
            <a:extLst>
              <a:ext uri="{FF2B5EF4-FFF2-40B4-BE49-F238E27FC236}">
                <a16:creationId xmlns:a16="http://schemas.microsoft.com/office/drawing/2014/main" id="{7B0191E1-0EA8-2612-5330-63F317927630}"/>
              </a:ext>
            </a:extLst>
          </p:cNvPr>
          <p:cNvSpPr>
            <a:spLocks noGrp="1"/>
          </p:cNvSpPr>
          <p:nvPr>
            <p:ph type="ftr" sz="quarter" idx="16"/>
          </p:nvPr>
        </p:nvSpPr>
        <p:spPr/>
        <p:txBody>
          <a:bodyPr/>
          <a:lstStyle/>
          <a:p>
            <a:r>
              <a:rPr lang="en-GB"/>
              <a:t>© GSMA 2022</a:t>
            </a:r>
          </a:p>
        </p:txBody>
      </p:sp>
      <p:sp>
        <p:nvSpPr>
          <p:cNvPr id="12" name="Slide Number Placeholder 11">
            <a:extLst>
              <a:ext uri="{FF2B5EF4-FFF2-40B4-BE49-F238E27FC236}">
                <a16:creationId xmlns:a16="http://schemas.microsoft.com/office/drawing/2014/main" id="{6407607C-CE0E-2DE4-7856-E46C106F27B2}"/>
              </a:ext>
            </a:extLst>
          </p:cNvPr>
          <p:cNvSpPr>
            <a:spLocks noGrp="1"/>
          </p:cNvSpPr>
          <p:nvPr>
            <p:ph type="sldNum" sz="quarter" idx="17"/>
          </p:nvPr>
        </p:nvSpPr>
        <p:spPr/>
        <p:txBody>
          <a:bodyPr/>
          <a:lstStyle/>
          <a:p>
            <a:fld id="{B51C77D3-387C-4881-A960-1F7F91E3F80B}" type="slidenum">
              <a:rPr lang="en-GB" smtClean="0"/>
              <a:pPr/>
              <a:t>‹#›</a:t>
            </a:fld>
            <a:endParaRPr lang="en-GB"/>
          </a:p>
        </p:txBody>
      </p:sp>
      <p:pic>
        <p:nvPicPr>
          <p:cNvPr id="13" name="Graphic 12">
            <a:extLst>
              <a:ext uri="{FF2B5EF4-FFF2-40B4-BE49-F238E27FC236}">
                <a16:creationId xmlns:a16="http://schemas.microsoft.com/office/drawing/2014/main" id="{7CF08E3A-0E93-7115-F8FA-A5AD0229675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1931986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ulti-Picture_and Content">
    <p:bg>
      <p:bgPr>
        <a:solidFill>
          <a:schemeClr val="bg2"/>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51C77D3-387C-4881-A960-1F7F91E3F80B}" type="slidenum">
              <a:rPr lang="en-GB" smtClean="0"/>
              <a:t>‹#›</a:t>
            </a:fld>
            <a:endParaRPr lang="en-GB"/>
          </a:p>
        </p:txBody>
      </p:sp>
      <p:sp>
        <p:nvSpPr>
          <p:cNvPr id="11" name="Text Placeholder 10">
            <a:extLst>
              <a:ext uri="{FF2B5EF4-FFF2-40B4-BE49-F238E27FC236}">
                <a16:creationId xmlns:a16="http://schemas.microsoft.com/office/drawing/2014/main" id="{7B4841FE-32C4-0298-142F-7A21E85D0C51}"/>
              </a:ext>
            </a:extLst>
          </p:cNvPr>
          <p:cNvSpPr>
            <a:spLocks noGrp="1"/>
          </p:cNvSpPr>
          <p:nvPr>
            <p:ph type="body" sz="quarter" idx="14"/>
          </p:nvPr>
        </p:nvSpPr>
        <p:spPr>
          <a:xfrm>
            <a:off x="8920128" y="1013320"/>
            <a:ext cx="2830518" cy="51342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Date Placeholder 1">
            <a:extLst>
              <a:ext uri="{FF2B5EF4-FFF2-40B4-BE49-F238E27FC236}">
                <a16:creationId xmlns:a16="http://schemas.microsoft.com/office/drawing/2014/main" id="{3806FCBA-A490-2F94-0542-196A1D088CF2}"/>
              </a:ext>
            </a:extLst>
          </p:cNvPr>
          <p:cNvSpPr>
            <a:spLocks noGrp="1"/>
          </p:cNvSpPr>
          <p:nvPr>
            <p:ph type="dt" sz="half" idx="15"/>
          </p:nvPr>
        </p:nvSpPr>
        <p:spPr/>
        <p:txBody>
          <a:bodyPr/>
          <a:lstStyle/>
          <a:p>
            <a:fld id="{7E88A085-3330-4B00-A60A-515326445D30}" type="datetime1">
              <a:rPr lang="en-GB" smtClean="0"/>
              <a:t>22/08/2023</a:t>
            </a:fld>
            <a:endParaRPr lang="en-GB"/>
          </a:p>
        </p:txBody>
      </p:sp>
      <p:sp>
        <p:nvSpPr>
          <p:cNvPr id="3" name="Footer Placeholder 2">
            <a:extLst>
              <a:ext uri="{FF2B5EF4-FFF2-40B4-BE49-F238E27FC236}">
                <a16:creationId xmlns:a16="http://schemas.microsoft.com/office/drawing/2014/main" id="{5B23AC10-DA36-8668-FC79-CED2494FB350}"/>
              </a:ext>
            </a:extLst>
          </p:cNvPr>
          <p:cNvSpPr>
            <a:spLocks noGrp="1"/>
          </p:cNvSpPr>
          <p:nvPr>
            <p:ph type="ftr" sz="quarter" idx="16"/>
          </p:nvPr>
        </p:nvSpPr>
        <p:spPr/>
        <p:txBody>
          <a:bodyPr/>
          <a:lstStyle/>
          <a:p>
            <a:r>
              <a:rPr lang="en-GB"/>
              <a:t>© GSMA 2022</a:t>
            </a:r>
          </a:p>
        </p:txBody>
      </p:sp>
      <p:sp>
        <p:nvSpPr>
          <p:cNvPr id="13" name="Picture Placeholder 6">
            <a:extLst>
              <a:ext uri="{FF2B5EF4-FFF2-40B4-BE49-F238E27FC236}">
                <a16:creationId xmlns:a16="http://schemas.microsoft.com/office/drawing/2014/main" id="{9A2048E1-631B-804B-CE01-38E58D4F80AE}"/>
              </a:ext>
            </a:extLst>
          </p:cNvPr>
          <p:cNvSpPr>
            <a:spLocks noGrp="1"/>
          </p:cNvSpPr>
          <p:nvPr>
            <p:ph type="pic" sz="quarter" idx="13"/>
          </p:nvPr>
        </p:nvSpPr>
        <p:spPr>
          <a:xfrm>
            <a:off x="441355" y="443730"/>
            <a:ext cx="2830517" cy="2788932"/>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6" name="Picture Placeholder 6">
            <a:extLst>
              <a:ext uri="{FF2B5EF4-FFF2-40B4-BE49-F238E27FC236}">
                <a16:creationId xmlns:a16="http://schemas.microsoft.com/office/drawing/2014/main" id="{C86C63EE-228E-AE8B-0C6F-10BBE5D88F2E}"/>
              </a:ext>
            </a:extLst>
          </p:cNvPr>
          <p:cNvSpPr>
            <a:spLocks noGrp="1"/>
          </p:cNvSpPr>
          <p:nvPr>
            <p:ph type="pic" sz="quarter" idx="17"/>
          </p:nvPr>
        </p:nvSpPr>
        <p:spPr>
          <a:xfrm>
            <a:off x="4383500" y="3358662"/>
            <a:ext cx="3816136" cy="2788932"/>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7" name="Picture Placeholder 6">
            <a:extLst>
              <a:ext uri="{FF2B5EF4-FFF2-40B4-BE49-F238E27FC236}">
                <a16:creationId xmlns:a16="http://schemas.microsoft.com/office/drawing/2014/main" id="{1C942F2F-C76A-4105-04E1-3174C6060D98}"/>
              </a:ext>
            </a:extLst>
          </p:cNvPr>
          <p:cNvSpPr>
            <a:spLocks noGrp="1"/>
          </p:cNvSpPr>
          <p:nvPr>
            <p:ph type="pic" sz="quarter" idx="18"/>
          </p:nvPr>
        </p:nvSpPr>
        <p:spPr>
          <a:xfrm>
            <a:off x="441355" y="3358662"/>
            <a:ext cx="3815802" cy="2788932"/>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8" name="Picture Placeholder 6">
            <a:extLst>
              <a:ext uri="{FF2B5EF4-FFF2-40B4-BE49-F238E27FC236}">
                <a16:creationId xmlns:a16="http://schemas.microsoft.com/office/drawing/2014/main" id="{72238313-B7CE-B0D6-2883-63C1F2B02E96}"/>
              </a:ext>
            </a:extLst>
          </p:cNvPr>
          <p:cNvSpPr>
            <a:spLocks noGrp="1"/>
          </p:cNvSpPr>
          <p:nvPr>
            <p:ph type="pic" sz="quarter" idx="19"/>
          </p:nvPr>
        </p:nvSpPr>
        <p:spPr>
          <a:xfrm>
            <a:off x="3397880" y="443730"/>
            <a:ext cx="4801756" cy="2788932"/>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pic>
        <p:nvPicPr>
          <p:cNvPr id="14" name="Graphic 13">
            <a:extLst>
              <a:ext uri="{FF2B5EF4-FFF2-40B4-BE49-F238E27FC236}">
                <a16:creationId xmlns:a16="http://schemas.microsoft.com/office/drawing/2014/main" id="{D65B50D6-954C-BE41-5B3B-A63C8CA74D3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381228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ulti-Picture_and Content 02">
    <p:bg>
      <p:bgPr>
        <a:solidFill>
          <a:schemeClr val="bg2"/>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51C77D3-387C-4881-A960-1F7F91E3F80B}" type="slidenum">
              <a:rPr lang="en-GB" smtClean="0"/>
              <a:t>‹#›</a:t>
            </a:fld>
            <a:endParaRPr lang="en-GB"/>
          </a:p>
        </p:txBody>
      </p:sp>
      <p:sp>
        <p:nvSpPr>
          <p:cNvPr id="11" name="Text Placeholder 10">
            <a:extLst>
              <a:ext uri="{FF2B5EF4-FFF2-40B4-BE49-F238E27FC236}">
                <a16:creationId xmlns:a16="http://schemas.microsoft.com/office/drawing/2014/main" id="{7B4841FE-32C4-0298-142F-7A21E85D0C51}"/>
              </a:ext>
            </a:extLst>
          </p:cNvPr>
          <p:cNvSpPr>
            <a:spLocks noGrp="1"/>
          </p:cNvSpPr>
          <p:nvPr>
            <p:ph type="body" sz="quarter" idx="14"/>
          </p:nvPr>
        </p:nvSpPr>
        <p:spPr>
          <a:xfrm>
            <a:off x="8920128" y="1013320"/>
            <a:ext cx="2830518" cy="51342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Date Placeholder 1">
            <a:extLst>
              <a:ext uri="{FF2B5EF4-FFF2-40B4-BE49-F238E27FC236}">
                <a16:creationId xmlns:a16="http://schemas.microsoft.com/office/drawing/2014/main" id="{3806FCBA-A490-2F94-0542-196A1D088CF2}"/>
              </a:ext>
            </a:extLst>
          </p:cNvPr>
          <p:cNvSpPr>
            <a:spLocks noGrp="1"/>
          </p:cNvSpPr>
          <p:nvPr>
            <p:ph type="dt" sz="half" idx="15"/>
          </p:nvPr>
        </p:nvSpPr>
        <p:spPr/>
        <p:txBody>
          <a:bodyPr/>
          <a:lstStyle/>
          <a:p>
            <a:fld id="{7E88A085-3330-4B00-A60A-515326445D30}" type="datetime1">
              <a:rPr lang="en-GB" smtClean="0"/>
              <a:t>22/08/2023</a:t>
            </a:fld>
            <a:endParaRPr lang="en-GB"/>
          </a:p>
        </p:txBody>
      </p:sp>
      <p:sp>
        <p:nvSpPr>
          <p:cNvPr id="3" name="Footer Placeholder 2">
            <a:extLst>
              <a:ext uri="{FF2B5EF4-FFF2-40B4-BE49-F238E27FC236}">
                <a16:creationId xmlns:a16="http://schemas.microsoft.com/office/drawing/2014/main" id="{5B23AC10-DA36-8668-FC79-CED2494FB350}"/>
              </a:ext>
            </a:extLst>
          </p:cNvPr>
          <p:cNvSpPr>
            <a:spLocks noGrp="1"/>
          </p:cNvSpPr>
          <p:nvPr>
            <p:ph type="ftr" sz="quarter" idx="16"/>
          </p:nvPr>
        </p:nvSpPr>
        <p:spPr/>
        <p:txBody>
          <a:bodyPr/>
          <a:lstStyle/>
          <a:p>
            <a:r>
              <a:rPr lang="en-GB"/>
              <a:t>© GSMA 2022</a:t>
            </a:r>
          </a:p>
        </p:txBody>
      </p:sp>
      <p:sp>
        <p:nvSpPr>
          <p:cNvPr id="13" name="Picture Placeholder 6">
            <a:extLst>
              <a:ext uri="{FF2B5EF4-FFF2-40B4-BE49-F238E27FC236}">
                <a16:creationId xmlns:a16="http://schemas.microsoft.com/office/drawing/2014/main" id="{9A2048E1-631B-804B-CE01-38E58D4F80AE}"/>
              </a:ext>
            </a:extLst>
          </p:cNvPr>
          <p:cNvSpPr>
            <a:spLocks noGrp="1"/>
          </p:cNvSpPr>
          <p:nvPr>
            <p:ph type="pic" sz="quarter" idx="13"/>
          </p:nvPr>
        </p:nvSpPr>
        <p:spPr>
          <a:xfrm>
            <a:off x="0" y="0"/>
            <a:ext cx="1134281" cy="1441939"/>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6" name="Picture Placeholder 6">
            <a:extLst>
              <a:ext uri="{FF2B5EF4-FFF2-40B4-BE49-F238E27FC236}">
                <a16:creationId xmlns:a16="http://schemas.microsoft.com/office/drawing/2014/main" id="{C86C63EE-228E-AE8B-0C6F-10BBE5D88F2E}"/>
              </a:ext>
            </a:extLst>
          </p:cNvPr>
          <p:cNvSpPr>
            <a:spLocks noGrp="1"/>
          </p:cNvSpPr>
          <p:nvPr>
            <p:ph type="pic" sz="quarter" idx="17"/>
          </p:nvPr>
        </p:nvSpPr>
        <p:spPr>
          <a:xfrm>
            <a:off x="3714424" y="3522317"/>
            <a:ext cx="2331170" cy="1856134"/>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7" name="Picture Placeholder 6">
            <a:extLst>
              <a:ext uri="{FF2B5EF4-FFF2-40B4-BE49-F238E27FC236}">
                <a16:creationId xmlns:a16="http://schemas.microsoft.com/office/drawing/2014/main" id="{1C942F2F-C76A-4105-04E1-3174C6060D98}"/>
              </a:ext>
            </a:extLst>
          </p:cNvPr>
          <p:cNvSpPr>
            <a:spLocks noGrp="1"/>
          </p:cNvSpPr>
          <p:nvPr>
            <p:ph type="pic" sz="quarter" idx="18"/>
          </p:nvPr>
        </p:nvSpPr>
        <p:spPr>
          <a:xfrm>
            <a:off x="1" y="3522317"/>
            <a:ext cx="3596288" cy="3335684"/>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8" name="Picture Placeholder 6">
            <a:extLst>
              <a:ext uri="{FF2B5EF4-FFF2-40B4-BE49-F238E27FC236}">
                <a16:creationId xmlns:a16="http://schemas.microsoft.com/office/drawing/2014/main" id="{72238313-B7CE-B0D6-2883-63C1F2B02E96}"/>
              </a:ext>
            </a:extLst>
          </p:cNvPr>
          <p:cNvSpPr>
            <a:spLocks noGrp="1"/>
          </p:cNvSpPr>
          <p:nvPr>
            <p:ph type="pic" sz="quarter" idx="19"/>
          </p:nvPr>
        </p:nvSpPr>
        <p:spPr>
          <a:xfrm>
            <a:off x="1243625" y="0"/>
            <a:ext cx="2361456" cy="3393831"/>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pic>
        <p:nvPicPr>
          <p:cNvPr id="14" name="Graphic 13">
            <a:extLst>
              <a:ext uri="{FF2B5EF4-FFF2-40B4-BE49-F238E27FC236}">
                <a16:creationId xmlns:a16="http://schemas.microsoft.com/office/drawing/2014/main" id="{D65B50D6-954C-BE41-5B3B-A63C8CA74D3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15" name="Picture Placeholder 6">
            <a:extLst>
              <a:ext uri="{FF2B5EF4-FFF2-40B4-BE49-F238E27FC236}">
                <a16:creationId xmlns:a16="http://schemas.microsoft.com/office/drawing/2014/main" id="{2DF14031-165E-B684-2564-3B08D3918486}"/>
              </a:ext>
            </a:extLst>
          </p:cNvPr>
          <p:cNvSpPr>
            <a:spLocks noGrp="1"/>
          </p:cNvSpPr>
          <p:nvPr>
            <p:ph type="pic" sz="quarter" idx="20"/>
          </p:nvPr>
        </p:nvSpPr>
        <p:spPr>
          <a:xfrm>
            <a:off x="0" y="1567939"/>
            <a:ext cx="1134281" cy="1825893"/>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19" name="Picture Placeholder 6">
            <a:extLst>
              <a:ext uri="{FF2B5EF4-FFF2-40B4-BE49-F238E27FC236}">
                <a16:creationId xmlns:a16="http://schemas.microsoft.com/office/drawing/2014/main" id="{0B8D5C2D-A510-F754-FD37-3F8E946B31A4}"/>
              </a:ext>
            </a:extLst>
          </p:cNvPr>
          <p:cNvSpPr>
            <a:spLocks noGrp="1"/>
          </p:cNvSpPr>
          <p:nvPr>
            <p:ph type="pic" sz="quarter" idx="21"/>
          </p:nvPr>
        </p:nvSpPr>
        <p:spPr>
          <a:xfrm>
            <a:off x="3714424" y="0"/>
            <a:ext cx="4795130" cy="3393831"/>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20" name="Picture Placeholder 6">
            <a:extLst>
              <a:ext uri="{FF2B5EF4-FFF2-40B4-BE49-F238E27FC236}">
                <a16:creationId xmlns:a16="http://schemas.microsoft.com/office/drawing/2014/main" id="{281444C7-18A7-40F1-3EE0-0B10293F93CC}"/>
              </a:ext>
            </a:extLst>
          </p:cNvPr>
          <p:cNvSpPr>
            <a:spLocks noGrp="1"/>
          </p:cNvSpPr>
          <p:nvPr>
            <p:ph type="pic" sz="quarter" idx="22"/>
          </p:nvPr>
        </p:nvSpPr>
        <p:spPr>
          <a:xfrm>
            <a:off x="6178384" y="3522317"/>
            <a:ext cx="2331170" cy="2510184"/>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21" name="Picture Placeholder 6">
            <a:extLst>
              <a:ext uri="{FF2B5EF4-FFF2-40B4-BE49-F238E27FC236}">
                <a16:creationId xmlns:a16="http://schemas.microsoft.com/office/drawing/2014/main" id="{DE4EFABD-EB8F-5F0B-93B7-8C847FF6511C}"/>
              </a:ext>
            </a:extLst>
          </p:cNvPr>
          <p:cNvSpPr>
            <a:spLocks noGrp="1"/>
          </p:cNvSpPr>
          <p:nvPr>
            <p:ph type="pic" sz="quarter" idx="23"/>
          </p:nvPr>
        </p:nvSpPr>
        <p:spPr>
          <a:xfrm>
            <a:off x="3714424" y="5507573"/>
            <a:ext cx="2331170" cy="1350428"/>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
        <p:nvSpPr>
          <p:cNvPr id="22" name="Picture Placeholder 6">
            <a:extLst>
              <a:ext uri="{FF2B5EF4-FFF2-40B4-BE49-F238E27FC236}">
                <a16:creationId xmlns:a16="http://schemas.microsoft.com/office/drawing/2014/main" id="{BDBC280A-3074-AE3A-5A2D-01696D7CCEFB}"/>
              </a:ext>
            </a:extLst>
          </p:cNvPr>
          <p:cNvSpPr>
            <a:spLocks noGrp="1"/>
          </p:cNvSpPr>
          <p:nvPr>
            <p:ph type="pic" sz="quarter" idx="24"/>
          </p:nvPr>
        </p:nvSpPr>
        <p:spPr>
          <a:xfrm>
            <a:off x="6178384" y="6160986"/>
            <a:ext cx="2331170" cy="697015"/>
          </a:xfrm>
          <a:solidFill>
            <a:schemeClr val="bg1">
              <a:lumMod val="85000"/>
            </a:schemeClr>
          </a:solidFill>
        </p:spPr>
        <p:txBody>
          <a:bodyPr anchor="ctr" anchorCtr="1"/>
          <a:lstStyle>
            <a:lvl1pPr>
              <a:lnSpc>
                <a:spcPct val="88000"/>
              </a:lnSpc>
              <a:defRPr sz="2000" b="0"/>
            </a:lvl1pPr>
            <a:lvl3pPr algn="ctr">
              <a:defRPr/>
            </a:lvl3pPr>
          </a:lstStyle>
          <a:p>
            <a:pPr lvl="0"/>
            <a:endParaRPr lang="en-GB"/>
          </a:p>
        </p:txBody>
      </p:sp>
    </p:spTree>
    <p:extLst>
      <p:ext uri="{BB962C8B-B14F-4D97-AF65-F5344CB8AC3E}">
        <p14:creationId xmlns:p14="http://schemas.microsoft.com/office/powerpoint/2010/main" val="2452162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lvl1pPr>
          </a:lstStyle>
          <a:p>
            <a:r>
              <a:rPr lang="en-GB"/>
              <a:t>Click to edit Master title style</a:t>
            </a:r>
          </a:p>
        </p:txBody>
      </p:sp>
      <p:sp>
        <p:nvSpPr>
          <p:cNvPr id="3" name="Date Placeholder 2"/>
          <p:cNvSpPr>
            <a:spLocks noGrp="1"/>
          </p:cNvSpPr>
          <p:nvPr>
            <p:ph type="dt" sz="half" idx="10"/>
          </p:nvPr>
        </p:nvSpPr>
        <p:spPr/>
        <p:txBody>
          <a:bodyPr/>
          <a:lstStyle/>
          <a:p>
            <a:fld id="{E709039E-3F48-4BF4-BC59-03AB40DD2DC0}" type="datetime1">
              <a:rPr lang="en-GB" smtClean="0"/>
              <a:t>22/08/2023</a:t>
            </a:fld>
            <a:endParaRPr lang="en-GB"/>
          </a:p>
        </p:txBody>
      </p:sp>
      <p:sp>
        <p:nvSpPr>
          <p:cNvPr id="4" name="Footer Placeholder 3"/>
          <p:cNvSpPr>
            <a:spLocks noGrp="1"/>
          </p:cNvSpPr>
          <p:nvPr>
            <p:ph type="ftr" sz="quarter" idx="11"/>
          </p:nvPr>
        </p:nvSpPr>
        <p:spPr/>
        <p:txBody>
          <a:bodyPr/>
          <a:lstStyle/>
          <a:p>
            <a:r>
              <a:rPr lang="en-GB"/>
              <a:t>© GSMA 2022</a:t>
            </a:r>
          </a:p>
        </p:txBody>
      </p:sp>
      <p:sp>
        <p:nvSpPr>
          <p:cNvPr id="5" name="Slide Number Placeholder 4"/>
          <p:cNvSpPr>
            <a:spLocks noGrp="1"/>
          </p:cNvSpPr>
          <p:nvPr>
            <p:ph type="sldNum" sz="quarter" idx="12"/>
          </p:nvPr>
        </p:nvSpPr>
        <p:spPr/>
        <p:txBody>
          <a:bodyPr/>
          <a:lstStyle/>
          <a:p>
            <a:fld id="{B51C77D3-387C-4881-A960-1F7F91E3F80B}" type="slidenum">
              <a:rPr lang="en-GB" smtClean="0"/>
              <a:t>‹#›</a:t>
            </a:fld>
            <a:endParaRPr lang="en-GB"/>
          </a:p>
        </p:txBody>
      </p:sp>
      <p:pic>
        <p:nvPicPr>
          <p:cNvPr id="8" name="Graphic 7">
            <a:extLst>
              <a:ext uri="{FF2B5EF4-FFF2-40B4-BE49-F238E27FC236}">
                <a16:creationId xmlns:a16="http://schemas.microsoft.com/office/drawing/2014/main" id="{9EBFC167-B716-A327-ECFD-AEC5D22B5F1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7" name="Table Placeholder 6">
            <a:extLst>
              <a:ext uri="{FF2B5EF4-FFF2-40B4-BE49-F238E27FC236}">
                <a16:creationId xmlns:a16="http://schemas.microsoft.com/office/drawing/2014/main" id="{069D4443-6336-46DD-8E82-884AF33A4D8A}"/>
              </a:ext>
            </a:extLst>
          </p:cNvPr>
          <p:cNvSpPr>
            <a:spLocks noGrp="1"/>
          </p:cNvSpPr>
          <p:nvPr>
            <p:ph type="tbl" sz="quarter" idx="13"/>
          </p:nvPr>
        </p:nvSpPr>
        <p:spPr>
          <a:xfrm>
            <a:off x="440560" y="1409700"/>
            <a:ext cx="11310086" cy="3981450"/>
          </a:xfrm>
          <a:solidFill>
            <a:schemeClr val="bg2"/>
          </a:solidFill>
        </p:spPr>
        <p:txBody>
          <a:bodyPr anchor="ctr" anchorCtr="0"/>
          <a:lstStyle>
            <a:lvl1pPr algn="ctr">
              <a:defRPr sz="1600" b="0"/>
            </a:lvl1pPr>
          </a:lstStyle>
          <a:p>
            <a:endParaRPr lang="en-GB"/>
          </a:p>
        </p:txBody>
      </p:sp>
    </p:spTree>
    <p:extLst>
      <p:ext uri="{BB962C8B-B14F-4D97-AF65-F5344CB8AC3E}">
        <p14:creationId xmlns:p14="http://schemas.microsoft.com/office/powerpoint/2010/main" val="2110176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40561" y="440532"/>
            <a:ext cx="11309418" cy="510909"/>
          </a:xfrm>
        </p:spPr>
        <p:txBody>
          <a:bodyPr/>
          <a:lstStyle>
            <a:lvl1pPr>
              <a:defRPr sz="4000"/>
            </a:lvl1pPr>
          </a:lstStyle>
          <a:p>
            <a:r>
              <a:rPr lang="en-GB"/>
              <a:t>Click to edit Master title style</a:t>
            </a:r>
          </a:p>
        </p:txBody>
      </p:sp>
      <p:sp>
        <p:nvSpPr>
          <p:cNvPr id="3" name="Date Placeholder 2"/>
          <p:cNvSpPr>
            <a:spLocks noGrp="1"/>
          </p:cNvSpPr>
          <p:nvPr>
            <p:ph type="dt" sz="half" idx="10"/>
          </p:nvPr>
        </p:nvSpPr>
        <p:spPr/>
        <p:txBody>
          <a:bodyPr/>
          <a:lstStyle/>
          <a:p>
            <a:fld id="{E709039E-3F48-4BF4-BC59-03AB40DD2DC0}" type="datetime1">
              <a:rPr lang="en-GB" smtClean="0"/>
              <a:t>22/08/2023</a:t>
            </a:fld>
            <a:endParaRPr lang="en-GB"/>
          </a:p>
        </p:txBody>
      </p:sp>
      <p:sp>
        <p:nvSpPr>
          <p:cNvPr id="4" name="Footer Placeholder 3"/>
          <p:cNvSpPr>
            <a:spLocks noGrp="1"/>
          </p:cNvSpPr>
          <p:nvPr>
            <p:ph type="ftr" sz="quarter" idx="11"/>
          </p:nvPr>
        </p:nvSpPr>
        <p:spPr/>
        <p:txBody>
          <a:bodyPr/>
          <a:lstStyle/>
          <a:p>
            <a:r>
              <a:rPr lang="en-GB"/>
              <a:t>© GSMA 2022</a:t>
            </a:r>
          </a:p>
        </p:txBody>
      </p:sp>
      <p:sp>
        <p:nvSpPr>
          <p:cNvPr id="5" name="Slide Number Placeholder 4"/>
          <p:cNvSpPr>
            <a:spLocks noGrp="1"/>
          </p:cNvSpPr>
          <p:nvPr>
            <p:ph type="sldNum" sz="quarter" idx="12"/>
          </p:nvPr>
        </p:nvSpPr>
        <p:spPr/>
        <p:txBody>
          <a:bodyPr/>
          <a:lstStyle/>
          <a:p>
            <a:fld id="{B51C77D3-387C-4881-A960-1F7F91E3F80B}" type="slidenum">
              <a:rPr lang="en-GB" smtClean="0"/>
              <a:t>‹#›</a:t>
            </a:fld>
            <a:endParaRPr lang="en-GB"/>
          </a:p>
        </p:txBody>
      </p:sp>
      <p:pic>
        <p:nvPicPr>
          <p:cNvPr id="8" name="Graphic 7">
            <a:extLst>
              <a:ext uri="{FF2B5EF4-FFF2-40B4-BE49-F238E27FC236}">
                <a16:creationId xmlns:a16="http://schemas.microsoft.com/office/drawing/2014/main" id="{9EBFC167-B716-A327-ECFD-AEC5D22B5F1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9" name="Chart Placeholder 8">
            <a:extLst>
              <a:ext uri="{FF2B5EF4-FFF2-40B4-BE49-F238E27FC236}">
                <a16:creationId xmlns:a16="http://schemas.microsoft.com/office/drawing/2014/main" id="{1E775B15-C19F-A275-AA12-D48FD7814F1C}"/>
              </a:ext>
            </a:extLst>
          </p:cNvPr>
          <p:cNvSpPr>
            <a:spLocks noGrp="1"/>
          </p:cNvSpPr>
          <p:nvPr>
            <p:ph type="chart" sz="quarter" idx="13"/>
          </p:nvPr>
        </p:nvSpPr>
        <p:spPr>
          <a:xfrm>
            <a:off x="440560" y="1291080"/>
            <a:ext cx="8284908" cy="4762500"/>
          </a:xfrm>
          <a:solidFill>
            <a:schemeClr val="bg2"/>
          </a:solidFill>
        </p:spPr>
        <p:txBody>
          <a:bodyPr anchor="ctr" anchorCtr="0"/>
          <a:lstStyle>
            <a:lvl1pPr algn="ctr">
              <a:defRPr sz="1800" b="0"/>
            </a:lvl1pPr>
          </a:lstStyle>
          <a:p>
            <a:endParaRPr lang="en-GB"/>
          </a:p>
        </p:txBody>
      </p:sp>
      <p:sp>
        <p:nvSpPr>
          <p:cNvPr id="10" name="Text Placeholder 10">
            <a:extLst>
              <a:ext uri="{FF2B5EF4-FFF2-40B4-BE49-F238E27FC236}">
                <a16:creationId xmlns:a16="http://schemas.microsoft.com/office/drawing/2014/main" id="{AE34AEAC-C444-1EFA-6E88-59AFBBAD41F4}"/>
              </a:ext>
            </a:extLst>
          </p:cNvPr>
          <p:cNvSpPr>
            <a:spLocks noGrp="1"/>
          </p:cNvSpPr>
          <p:nvPr>
            <p:ph type="body" sz="quarter" idx="14"/>
          </p:nvPr>
        </p:nvSpPr>
        <p:spPr>
          <a:xfrm>
            <a:off x="8920128" y="1291080"/>
            <a:ext cx="2830518" cy="4762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88442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6CC87D-9129-4EE7-962F-1305B8DAD3A1}" type="datetime1">
              <a:rPr lang="en-GB" smtClean="0"/>
              <a:t>22/08/2023</a:t>
            </a:fld>
            <a:endParaRPr lang="en-GB"/>
          </a:p>
        </p:txBody>
      </p:sp>
      <p:sp>
        <p:nvSpPr>
          <p:cNvPr id="3" name="Footer Placeholder 2"/>
          <p:cNvSpPr>
            <a:spLocks noGrp="1"/>
          </p:cNvSpPr>
          <p:nvPr>
            <p:ph type="ftr" sz="quarter" idx="11"/>
          </p:nvPr>
        </p:nvSpPr>
        <p:spPr/>
        <p:txBody>
          <a:bodyPr/>
          <a:lstStyle/>
          <a:p>
            <a:r>
              <a:rPr lang="en-GB"/>
              <a:t>© GSMA 2022</a:t>
            </a:r>
          </a:p>
        </p:txBody>
      </p:sp>
      <p:sp>
        <p:nvSpPr>
          <p:cNvPr id="4" name="Slide Number Placeholder 3"/>
          <p:cNvSpPr>
            <a:spLocks noGrp="1"/>
          </p:cNvSpPr>
          <p:nvPr>
            <p:ph type="sldNum" sz="quarter" idx="12"/>
          </p:nvPr>
        </p:nvSpPr>
        <p:spPr/>
        <p:txBody>
          <a:bodyPr/>
          <a:lstStyle/>
          <a:p>
            <a:fld id="{B51C77D3-387C-4881-A960-1F7F91E3F80B}" type="slidenum">
              <a:rPr lang="en-GB" smtClean="0"/>
              <a:t>‹#›</a:t>
            </a:fld>
            <a:endParaRPr lang="en-GB"/>
          </a:p>
        </p:txBody>
      </p:sp>
      <p:pic>
        <p:nvPicPr>
          <p:cNvPr id="7" name="Graphic 6">
            <a:extLst>
              <a:ext uri="{FF2B5EF4-FFF2-40B4-BE49-F238E27FC236}">
                <a16:creationId xmlns:a16="http://schemas.microsoft.com/office/drawing/2014/main" id="{52758138-419D-87A6-0DB7-D6D67676631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1738936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72ED41C-BC63-CCC9-525D-2F7C1D56F627}"/>
              </a:ext>
            </a:extLst>
          </p:cNvPr>
          <p:cNvGrpSpPr/>
          <p:nvPr userDrawn="1"/>
        </p:nvGrpSpPr>
        <p:grpSpPr>
          <a:xfrm>
            <a:off x="2" y="-1"/>
            <a:ext cx="12192001" cy="6857997"/>
            <a:chOff x="-2" y="0"/>
            <a:chExt cx="24382419" cy="13715997"/>
          </a:xfrm>
        </p:grpSpPr>
        <p:sp>
          <p:nvSpPr>
            <p:cNvPr id="7" name="Rectangle 6">
              <a:extLst>
                <a:ext uri="{FF2B5EF4-FFF2-40B4-BE49-F238E27FC236}">
                  <a16:creationId xmlns:a16="http://schemas.microsoft.com/office/drawing/2014/main" id="{5D1B524B-3D40-A964-AE67-36FE4D8385E0}"/>
                </a:ext>
              </a:extLst>
            </p:cNvPr>
            <p:cNvSpPr/>
            <p:nvPr/>
          </p:nvSpPr>
          <p:spPr>
            <a:xfrm rot="16200000">
              <a:off x="6013123" y="-6013119"/>
              <a:ext cx="12356175" cy="243824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2" name="Group 11">
              <a:extLst>
                <a:ext uri="{FF2B5EF4-FFF2-40B4-BE49-F238E27FC236}">
                  <a16:creationId xmlns:a16="http://schemas.microsoft.com/office/drawing/2014/main" id="{D511F6C9-8F96-B31B-E24E-C5A2B8D6DA99}"/>
                </a:ext>
              </a:extLst>
            </p:cNvPr>
            <p:cNvGrpSpPr/>
            <p:nvPr userDrawn="1"/>
          </p:nvGrpSpPr>
          <p:grpSpPr>
            <a:xfrm>
              <a:off x="-2" y="11238272"/>
              <a:ext cx="24382419" cy="2477725"/>
              <a:chOff x="-2" y="12356176"/>
              <a:chExt cx="24382419" cy="1359817"/>
            </a:xfrm>
          </p:grpSpPr>
          <p:sp>
            <p:nvSpPr>
              <p:cNvPr id="8" name="Rectangle 7">
                <a:extLst>
                  <a:ext uri="{FF2B5EF4-FFF2-40B4-BE49-F238E27FC236}">
                    <a16:creationId xmlns:a16="http://schemas.microsoft.com/office/drawing/2014/main" id="{289ECD7D-3D62-C3F0-8DC0-E6A2C72260EF}"/>
                  </a:ext>
                </a:extLst>
              </p:cNvPr>
              <p:cNvSpPr>
                <a:spLocks/>
              </p:cNvSpPr>
              <p:nvPr/>
            </p:nvSpPr>
            <p:spPr>
              <a:xfrm rot="16200000">
                <a:off x="11959907" y="396273"/>
                <a:ext cx="462607" cy="243824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0F71AC1C-6861-88DE-0456-AB5F6C35D8CE}"/>
                  </a:ext>
                </a:extLst>
              </p:cNvPr>
              <p:cNvSpPr/>
              <p:nvPr/>
            </p:nvSpPr>
            <p:spPr>
              <a:xfrm rot="16200000">
                <a:off x="11959907" y="844878"/>
                <a:ext cx="462607" cy="24382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7E037D4-079F-4C16-7B74-BDFEB31FD933}"/>
                  </a:ext>
                </a:extLst>
              </p:cNvPr>
              <p:cNvSpPr>
                <a:spLocks/>
              </p:cNvSpPr>
              <p:nvPr/>
            </p:nvSpPr>
            <p:spPr>
              <a:xfrm rot="16200000">
                <a:off x="11959902" y="1293482"/>
                <a:ext cx="462607" cy="24382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grpSp>
      <p:sp>
        <p:nvSpPr>
          <p:cNvPr id="3" name="Date Placeholder 2">
            <a:extLst>
              <a:ext uri="{FF2B5EF4-FFF2-40B4-BE49-F238E27FC236}">
                <a16:creationId xmlns:a16="http://schemas.microsoft.com/office/drawing/2014/main" id="{0047735E-7B8F-8BC8-4F7E-BCF621E9717A}"/>
              </a:ext>
            </a:extLst>
          </p:cNvPr>
          <p:cNvSpPr>
            <a:spLocks noGrp="1"/>
          </p:cNvSpPr>
          <p:nvPr userDrawn="1">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4" name="Footer Placeholder 3">
            <a:extLst>
              <a:ext uri="{FF2B5EF4-FFF2-40B4-BE49-F238E27FC236}">
                <a16:creationId xmlns:a16="http://schemas.microsoft.com/office/drawing/2014/main" id="{42987D87-0237-95AC-CF2A-0A06A3DDEA15}"/>
              </a:ext>
            </a:extLst>
          </p:cNvPr>
          <p:cNvSpPr>
            <a:spLocks noGrp="1"/>
          </p:cNvSpPr>
          <p:nvPr userDrawn="1">
            <p:ph type="ftr" sz="quarter" idx="11"/>
          </p:nvPr>
        </p:nvSpPr>
        <p:spPr/>
        <p:txBody>
          <a:bodyPr/>
          <a:lstStyle>
            <a:lvl1pPr>
              <a:defRPr>
                <a:solidFill>
                  <a:schemeClr val="bg1"/>
                </a:solidFill>
              </a:defRPr>
            </a:lvl1pPr>
          </a:lstStyle>
          <a:p>
            <a:r>
              <a:rPr lang="en-GB"/>
              <a:t>© GSMA 2022</a:t>
            </a:r>
          </a:p>
        </p:txBody>
      </p:sp>
      <p:sp>
        <p:nvSpPr>
          <p:cNvPr id="5" name="Slide Number Placeholder 4">
            <a:extLst>
              <a:ext uri="{FF2B5EF4-FFF2-40B4-BE49-F238E27FC236}">
                <a16:creationId xmlns:a16="http://schemas.microsoft.com/office/drawing/2014/main" id="{859CCE7D-722A-BE32-8704-7FDDF2102C3A}"/>
              </a:ext>
            </a:extLst>
          </p:cNvPr>
          <p:cNvSpPr>
            <a:spLocks noGrp="1"/>
          </p:cNvSpPr>
          <p:nvPr userDrawn="1">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11" name="Graphic 10">
            <a:extLst>
              <a:ext uri="{FF2B5EF4-FFF2-40B4-BE49-F238E27FC236}">
                <a16:creationId xmlns:a16="http://schemas.microsoft.com/office/drawing/2014/main" id="{27B900B3-DF3E-739D-34F9-3945912E398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13" name="Text Placeholder 10">
            <a:extLst>
              <a:ext uri="{FF2B5EF4-FFF2-40B4-BE49-F238E27FC236}">
                <a16:creationId xmlns:a16="http://schemas.microsoft.com/office/drawing/2014/main" id="{780988D1-2308-8A71-5492-5AE996641080}"/>
              </a:ext>
            </a:extLst>
          </p:cNvPr>
          <p:cNvSpPr>
            <a:spLocks noGrp="1"/>
          </p:cNvSpPr>
          <p:nvPr>
            <p:ph type="body" sz="quarter" idx="14"/>
          </p:nvPr>
        </p:nvSpPr>
        <p:spPr>
          <a:xfrm>
            <a:off x="1264790" y="5255898"/>
            <a:ext cx="2269668" cy="328474"/>
          </a:xfrm>
        </p:spPr>
        <p:txBody>
          <a:bodyPr/>
          <a:lstStyle>
            <a:lvl1pPr algn="ctr">
              <a:defRPr sz="1200" b="0">
                <a:solidFill>
                  <a:schemeClr val="bg1"/>
                </a:solidFill>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p:txBody>
      </p:sp>
      <p:sp>
        <p:nvSpPr>
          <p:cNvPr id="16" name="Text Placeholder 10">
            <a:extLst>
              <a:ext uri="{FF2B5EF4-FFF2-40B4-BE49-F238E27FC236}">
                <a16:creationId xmlns:a16="http://schemas.microsoft.com/office/drawing/2014/main" id="{2EA6A2F7-CA39-CC34-72FC-369FA3812C4F}"/>
              </a:ext>
            </a:extLst>
          </p:cNvPr>
          <p:cNvSpPr>
            <a:spLocks noGrp="1"/>
          </p:cNvSpPr>
          <p:nvPr>
            <p:ph type="body" sz="quarter" idx="15"/>
          </p:nvPr>
        </p:nvSpPr>
        <p:spPr>
          <a:xfrm>
            <a:off x="4844246" y="5255898"/>
            <a:ext cx="2250854" cy="328474"/>
          </a:xfrm>
        </p:spPr>
        <p:txBody>
          <a:bodyPr/>
          <a:lstStyle>
            <a:lvl1pPr algn="ctr">
              <a:defRPr sz="1200" b="0">
                <a:solidFill>
                  <a:schemeClr val="bg1"/>
                </a:solidFill>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p:txBody>
      </p:sp>
      <p:sp>
        <p:nvSpPr>
          <p:cNvPr id="18" name="Text Placeholder 10">
            <a:extLst>
              <a:ext uri="{FF2B5EF4-FFF2-40B4-BE49-F238E27FC236}">
                <a16:creationId xmlns:a16="http://schemas.microsoft.com/office/drawing/2014/main" id="{990A1014-F90D-E672-9816-2372FD212CDE}"/>
              </a:ext>
            </a:extLst>
          </p:cNvPr>
          <p:cNvSpPr>
            <a:spLocks noGrp="1"/>
          </p:cNvSpPr>
          <p:nvPr>
            <p:ph type="body" sz="quarter" idx="16"/>
          </p:nvPr>
        </p:nvSpPr>
        <p:spPr>
          <a:xfrm>
            <a:off x="8404888" y="5255898"/>
            <a:ext cx="2281890" cy="328474"/>
          </a:xfrm>
        </p:spPr>
        <p:txBody>
          <a:bodyPr/>
          <a:lstStyle>
            <a:lvl1pPr algn="ctr">
              <a:defRPr sz="1200" b="0">
                <a:solidFill>
                  <a:schemeClr val="bg1"/>
                </a:solidFill>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p:txBody>
      </p:sp>
      <p:sp>
        <p:nvSpPr>
          <p:cNvPr id="19" name="Text Placeholder 10">
            <a:extLst>
              <a:ext uri="{FF2B5EF4-FFF2-40B4-BE49-F238E27FC236}">
                <a16:creationId xmlns:a16="http://schemas.microsoft.com/office/drawing/2014/main" id="{2B790185-201F-47AF-7183-CE2CA54C2420}"/>
              </a:ext>
            </a:extLst>
          </p:cNvPr>
          <p:cNvSpPr>
            <a:spLocks noGrp="1"/>
          </p:cNvSpPr>
          <p:nvPr>
            <p:ph type="body" sz="quarter" idx="17"/>
          </p:nvPr>
        </p:nvSpPr>
        <p:spPr>
          <a:xfrm>
            <a:off x="4844246" y="4966961"/>
            <a:ext cx="2250854" cy="232783"/>
          </a:xfrm>
        </p:spPr>
        <p:txBody>
          <a:bodyPr/>
          <a:lstStyle>
            <a:lvl1pPr algn="ctr" defTabSz="914355" rtl="0" eaLnBrk="1" latinLnBrk="0" hangingPunct="1">
              <a:lnSpc>
                <a:spcPct val="83000"/>
              </a:lnSpc>
              <a:spcBef>
                <a:spcPct val="0"/>
              </a:spcBef>
              <a:buNone/>
              <a:defRPr lang="en-GB" sz="1600" b="1" kern="1200" spc="-175" baseline="0" dirty="0">
                <a:solidFill>
                  <a:schemeClr val="bg1"/>
                </a:solidFill>
                <a:latin typeface="+mj-lt"/>
                <a:ea typeface="+mj-ea"/>
                <a:cs typeface="+mj-cs"/>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p:txBody>
      </p:sp>
      <p:sp>
        <p:nvSpPr>
          <p:cNvPr id="20" name="Text Placeholder 10">
            <a:extLst>
              <a:ext uri="{FF2B5EF4-FFF2-40B4-BE49-F238E27FC236}">
                <a16:creationId xmlns:a16="http://schemas.microsoft.com/office/drawing/2014/main" id="{E82E0977-BDCB-389D-25B7-32B8EE48360F}"/>
              </a:ext>
            </a:extLst>
          </p:cNvPr>
          <p:cNvSpPr>
            <a:spLocks noGrp="1"/>
          </p:cNvSpPr>
          <p:nvPr>
            <p:ph type="body" sz="quarter" idx="18"/>
          </p:nvPr>
        </p:nvSpPr>
        <p:spPr>
          <a:xfrm>
            <a:off x="8423702" y="4966961"/>
            <a:ext cx="2250854" cy="232783"/>
          </a:xfrm>
        </p:spPr>
        <p:txBody>
          <a:bodyPr/>
          <a:lstStyle>
            <a:lvl1pPr algn="ctr">
              <a:defRPr lang="en-GB" sz="1600" b="1" kern="1200" spc="-175" baseline="0" dirty="0">
                <a:solidFill>
                  <a:schemeClr val="bg1"/>
                </a:solidFill>
                <a:latin typeface="+mj-lt"/>
                <a:ea typeface="+mj-ea"/>
                <a:cs typeface="+mj-cs"/>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marL="0" lvl="0" indent="0" algn="ctr" defTabSz="914355" rtl="0" eaLnBrk="1" latinLnBrk="0" hangingPunct="1">
              <a:lnSpc>
                <a:spcPct val="83000"/>
              </a:lnSpc>
              <a:spcBef>
                <a:spcPct val="0"/>
              </a:spcBef>
              <a:buFont typeface="Arial" panose="020B0604020202020204" pitchFamily="34" charset="0"/>
              <a:buNone/>
            </a:pPr>
            <a:r>
              <a:rPr lang="en-GB"/>
              <a:t>Click to edit Master text styles</a:t>
            </a:r>
          </a:p>
        </p:txBody>
      </p:sp>
      <p:sp>
        <p:nvSpPr>
          <p:cNvPr id="21" name="Text Placeholder 10">
            <a:extLst>
              <a:ext uri="{FF2B5EF4-FFF2-40B4-BE49-F238E27FC236}">
                <a16:creationId xmlns:a16="http://schemas.microsoft.com/office/drawing/2014/main" id="{DA277695-E9F8-F057-7AA2-9AE78E846D57}"/>
              </a:ext>
            </a:extLst>
          </p:cNvPr>
          <p:cNvSpPr>
            <a:spLocks noGrp="1"/>
          </p:cNvSpPr>
          <p:nvPr>
            <p:ph type="body" sz="quarter" idx="19"/>
          </p:nvPr>
        </p:nvSpPr>
        <p:spPr>
          <a:xfrm>
            <a:off x="1264790" y="4966961"/>
            <a:ext cx="2250854" cy="232783"/>
          </a:xfrm>
        </p:spPr>
        <p:txBody>
          <a:bodyPr/>
          <a:lstStyle>
            <a:lvl1pPr algn="ctr" defTabSz="914355" rtl="0" eaLnBrk="1" latinLnBrk="0" hangingPunct="1">
              <a:lnSpc>
                <a:spcPct val="83000"/>
              </a:lnSpc>
              <a:spcBef>
                <a:spcPct val="0"/>
              </a:spcBef>
              <a:buNone/>
              <a:defRPr lang="en-GB" sz="1600" b="1" kern="1200" spc="-175" baseline="0" dirty="0">
                <a:solidFill>
                  <a:schemeClr val="bg1"/>
                </a:solidFill>
                <a:latin typeface="+mj-lt"/>
                <a:ea typeface="+mj-ea"/>
                <a:cs typeface="+mj-cs"/>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p:txBody>
      </p:sp>
    </p:spTree>
    <p:extLst>
      <p:ext uri="{BB962C8B-B14F-4D97-AF65-F5344CB8AC3E}">
        <p14:creationId xmlns:p14="http://schemas.microsoft.com/office/powerpoint/2010/main" val="271017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67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72ED41C-BC63-CCC9-525D-2F7C1D56F627}"/>
              </a:ext>
            </a:extLst>
          </p:cNvPr>
          <p:cNvGrpSpPr/>
          <p:nvPr userDrawn="1"/>
        </p:nvGrpSpPr>
        <p:grpSpPr>
          <a:xfrm rot="16200000">
            <a:off x="2667000" y="-2667002"/>
            <a:ext cx="6858001" cy="12192003"/>
            <a:chOff x="-1" y="-1"/>
            <a:chExt cx="24382419" cy="24382426"/>
          </a:xfrm>
        </p:grpSpPr>
        <p:sp>
          <p:nvSpPr>
            <p:cNvPr id="7" name="Rectangle 6">
              <a:extLst>
                <a:ext uri="{FF2B5EF4-FFF2-40B4-BE49-F238E27FC236}">
                  <a16:creationId xmlns:a16="http://schemas.microsoft.com/office/drawing/2014/main" id="{5D1B524B-3D40-A964-AE67-36FE4D8385E0}"/>
                </a:ext>
              </a:extLst>
            </p:cNvPr>
            <p:cNvSpPr/>
            <p:nvPr/>
          </p:nvSpPr>
          <p:spPr>
            <a:xfrm rot="16200000">
              <a:off x="7934789" y="-7934787"/>
              <a:ext cx="8512841" cy="2438241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2" name="Group 11">
              <a:extLst>
                <a:ext uri="{FF2B5EF4-FFF2-40B4-BE49-F238E27FC236}">
                  <a16:creationId xmlns:a16="http://schemas.microsoft.com/office/drawing/2014/main" id="{D511F6C9-8F96-B31B-E24E-C5A2B8D6DA99}"/>
                </a:ext>
              </a:extLst>
            </p:cNvPr>
            <p:cNvGrpSpPr/>
            <p:nvPr userDrawn="1"/>
          </p:nvGrpSpPr>
          <p:grpSpPr>
            <a:xfrm>
              <a:off x="-1" y="8391310"/>
              <a:ext cx="24382419" cy="15991115"/>
              <a:chOff x="-1" y="10793714"/>
              <a:chExt cx="24382419" cy="8776191"/>
            </a:xfrm>
          </p:grpSpPr>
          <p:sp>
            <p:nvSpPr>
              <p:cNvPr id="8" name="Rectangle 7">
                <a:extLst>
                  <a:ext uri="{FF2B5EF4-FFF2-40B4-BE49-F238E27FC236}">
                    <a16:creationId xmlns:a16="http://schemas.microsoft.com/office/drawing/2014/main" id="{289ECD7D-3D62-C3F0-8DC0-E6A2C72260EF}"/>
                  </a:ext>
                </a:extLst>
              </p:cNvPr>
              <p:cNvSpPr>
                <a:spLocks/>
              </p:cNvSpPr>
              <p:nvPr/>
            </p:nvSpPr>
            <p:spPr>
              <a:xfrm rot="16200000">
                <a:off x="11959907" y="-1166189"/>
                <a:ext cx="462607" cy="2438241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0F71AC1C-6861-88DE-0456-AB5F6C35D8CE}"/>
                  </a:ext>
                </a:extLst>
              </p:cNvPr>
              <p:cNvSpPr/>
              <p:nvPr/>
            </p:nvSpPr>
            <p:spPr>
              <a:xfrm rot="16200000">
                <a:off x="11959906" y="-717584"/>
                <a:ext cx="462607" cy="24382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7E037D4-079F-4C16-7B74-BDFEB31FD933}"/>
                  </a:ext>
                </a:extLst>
              </p:cNvPr>
              <p:cNvSpPr>
                <a:spLocks/>
              </p:cNvSpPr>
              <p:nvPr/>
            </p:nvSpPr>
            <p:spPr>
              <a:xfrm rot="16200000">
                <a:off x="8251717" y="3439207"/>
                <a:ext cx="7878980" cy="24382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grpSp>
      <p:sp>
        <p:nvSpPr>
          <p:cNvPr id="2" name="Title 1">
            <a:extLst>
              <a:ext uri="{FF2B5EF4-FFF2-40B4-BE49-F238E27FC236}">
                <a16:creationId xmlns:a16="http://schemas.microsoft.com/office/drawing/2014/main" id="{F2E0493D-61A7-878A-76BD-FCC834E1786E}"/>
              </a:ext>
            </a:extLst>
          </p:cNvPr>
          <p:cNvSpPr>
            <a:spLocks noGrp="1"/>
          </p:cNvSpPr>
          <p:nvPr userDrawn="1">
            <p:ph type="title"/>
          </p:nvPr>
        </p:nvSpPr>
        <p:spPr>
          <a:xfrm>
            <a:off x="5434870" y="2965676"/>
            <a:ext cx="6315776" cy="421494"/>
          </a:xfrm>
        </p:spPr>
        <p:txBody>
          <a:bodyPr/>
          <a:lstStyle>
            <a:lvl1pPr>
              <a:defRPr sz="3300">
                <a:solidFill>
                  <a:schemeClr val="bg1"/>
                </a:solidFill>
              </a:defRPr>
            </a:lvl1pPr>
          </a:lstStyle>
          <a:p>
            <a:r>
              <a:rPr lang="en-GB"/>
              <a:t>Click to edit Master title style</a:t>
            </a:r>
          </a:p>
        </p:txBody>
      </p:sp>
      <p:sp>
        <p:nvSpPr>
          <p:cNvPr id="3" name="Date Placeholder 2">
            <a:extLst>
              <a:ext uri="{FF2B5EF4-FFF2-40B4-BE49-F238E27FC236}">
                <a16:creationId xmlns:a16="http://schemas.microsoft.com/office/drawing/2014/main" id="{0047735E-7B8F-8BC8-4F7E-BCF621E9717A}"/>
              </a:ext>
            </a:extLst>
          </p:cNvPr>
          <p:cNvSpPr>
            <a:spLocks noGrp="1"/>
          </p:cNvSpPr>
          <p:nvPr userDrawn="1">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4" name="Footer Placeholder 3">
            <a:extLst>
              <a:ext uri="{FF2B5EF4-FFF2-40B4-BE49-F238E27FC236}">
                <a16:creationId xmlns:a16="http://schemas.microsoft.com/office/drawing/2014/main" id="{42987D87-0237-95AC-CF2A-0A06A3DDEA15}"/>
              </a:ext>
            </a:extLst>
          </p:cNvPr>
          <p:cNvSpPr>
            <a:spLocks noGrp="1"/>
          </p:cNvSpPr>
          <p:nvPr userDrawn="1">
            <p:ph type="ftr" sz="quarter" idx="11"/>
          </p:nvPr>
        </p:nvSpPr>
        <p:spPr/>
        <p:txBody>
          <a:bodyPr/>
          <a:lstStyle>
            <a:lvl1pPr>
              <a:defRPr>
                <a:solidFill>
                  <a:schemeClr val="bg1"/>
                </a:solidFill>
              </a:defRPr>
            </a:lvl1pPr>
          </a:lstStyle>
          <a:p>
            <a:r>
              <a:rPr lang="en-GB"/>
              <a:t>© GSMA 2022</a:t>
            </a:r>
          </a:p>
        </p:txBody>
      </p:sp>
      <p:sp>
        <p:nvSpPr>
          <p:cNvPr id="5" name="Slide Number Placeholder 4">
            <a:extLst>
              <a:ext uri="{FF2B5EF4-FFF2-40B4-BE49-F238E27FC236}">
                <a16:creationId xmlns:a16="http://schemas.microsoft.com/office/drawing/2014/main" id="{859CCE7D-722A-BE32-8704-7FDDF2102C3A}"/>
              </a:ext>
            </a:extLst>
          </p:cNvPr>
          <p:cNvSpPr>
            <a:spLocks noGrp="1"/>
          </p:cNvSpPr>
          <p:nvPr userDrawn="1">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11" name="Graphic 10">
            <a:extLst>
              <a:ext uri="{FF2B5EF4-FFF2-40B4-BE49-F238E27FC236}">
                <a16:creationId xmlns:a16="http://schemas.microsoft.com/office/drawing/2014/main" id="{27B900B3-DF3E-739D-34F9-3945912E398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13" name="Text Placeholder 10">
            <a:extLst>
              <a:ext uri="{FF2B5EF4-FFF2-40B4-BE49-F238E27FC236}">
                <a16:creationId xmlns:a16="http://schemas.microsoft.com/office/drawing/2014/main" id="{780988D1-2308-8A71-5492-5AE996641080}"/>
              </a:ext>
            </a:extLst>
          </p:cNvPr>
          <p:cNvSpPr>
            <a:spLocks noGrp="1"/>
          </p:cNvSpPr>
          <p:nvPr>
            <p:ph type="body" sz="quarter" idx="14"/>
          </p:nvPr>
        </p:nvSpPr>
        <p:spPr>
          <a:xfrm>
            <a:off x="5434870" y="3538620"/>
            <a:ext cx="6315776" cy="919081"/>
          </a:xfrm>
        </p:spPr>
        <p:txBody>
          <a:bodyPr/>
          <a:lstStyle>
            <a:lvl1pPr>
              <a:defRPr sz="1600" b="0">
                <a:solidFill>
                  <a:schemeClr val="bg1"/>
                </a:solidFill>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p:txBody>
      </p:sp>
    </p:spTree>
    <p:extLst>
      <p:ext uri="{BB962C8B-B14F-4D97-AF65-F5344CB8AC3E}">
        <p14:creationId xmlns:p14="http://schemas.microsoft.com/office/powerpoint/2010/main" val="1758190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679">
          <p15:clr>
            <a:srgbClr val="FBAE40"/>
          </p15:clr>
        </p15:guide>
        <p15:guide id="2" orient="horz" pos="432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0561" y="441937"/>
            <a:ext cx="11310086" cy="270844"/>
          </a:xfrm>
        </p:spPr>
        <p:txBody>
          <a:bodyPr/>
          <a:lstStyle>
            <a:lvl1pPr>
              <a:lnSpc>
                <a:spcPct val="88000"/>
              </a:lnSpc>
              <a:defRPr sz="2000" spc="-65" baseline="0">
                <a:solidFill>
                  <a:schemeClr val="bg1"/>
                </a:solidFill>
              </a:defRPr>
            </a:lvl1pPr>
          </a:lstStyle>
          <a:p>
            <a:r>
              <a:rPr lang="en-GB"/>
              <a:t>Click to edit Master title style</a:t>
            </a:r>
          </a:p>
        </p:txBody>
      </p:sp>
      <p:sp>
        <p:nvSpPr>
          <p:cNvPr id="3" name="Date Placeholder 2"/>
          <p:cNvSpPr>
            <a:spLocks noGrp="1"/>
          </p:cNvSpPr>
          <p:nvPr>
            <p:ph type="dt" sz="half" idx="10"/>
          </p:nvPr>
        </p:nvSpPr>
        <p:spPr/>
        <p:txBody>
          <a:bodyPr/>
          <a:lstStyle>
            <a:lvl1pPr>
              <a:defRPr>
                <a:solidFill>
                  <a:schemeClr val="bg1"/>
                </a:solidFill>
              </a:defRPr>
            </a:lvl1pPr>
          </a:lstStyle>
          <a:p>
            <a:fld id="{E709039E-3F48-4BF4-BC59-03AB40DD2DC0}" type="datetime1">
              <a:rPr lang="en-GB" smtClean="0"/>
              <a:pPr/>
              <a:t>22/08/2023</a:t>
            </a:fld>
            <a:endParaRPr lang="en-GB"/>
          </a:p>
        </p:txBody>
      </p:sp>
      <p:sp>
        <p:nvSpPr>
          <p:cNvPr id="4" name="Footer Placeholder 3"/>
          <p:cNvSpPr>
            <a:spLocks noGrp="1"/>
          </p:cNvSpPr>
          <p:nvPr>
            <p:ph type="ftr" sz="quarter" idx="11"/>
          </p:nvPr>
        </p:nvSpPr>
        <p:spPr/>
        <p:txBody>
          <a:bodyPr/>
          <a:lstStyle>
            <a:lvl1pPr>
              <a:defRPr>
                <a:solidFill>
                  <a:schemeClr val="bg1"/>
                </a:solidFill>
              </a:defRPr>
            </a:lvl1pPr>
          </a:lstStyle>
          <a:p>
            <a:r>
              <a:rPr lang="en-GB"/>
              <a:t>© GSMA 2022</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8" name="Graphic 7">
            <a:extLst>
              <a:ext uri="{FF2B5EF4-FFF2-40B4-BE49-F238E27FC236}">
                <a16:creationId xmlns:a16="http://schemas.microsoft.com/office/drawing/2014/main" id="{D11567FF-E9AA-49ED-9131-480141738D1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6778" y="6435640"/>
            <a:ext cx="1063869" cy="166773"/>
          </a:xfrm>
          <a:prstGeom prst="rect">
            <a:avLst/>
          </a:prstGeom>
        </p:spPr>
      </p:pic>
    </p:spTree>
    <p:extLst>
      <p:ext uri="{BB962C8B-B14F-4D97-AF65-F5344CB8AC3E}">
        <p14:creationId xmlns:p14="http://schemas.microsoft.com/office/powerpoint/2010/main" val="3557106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Speaker 1">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72ED41C-BC63-CCC9-525D-2F7C1D56F627}"/>
              </a:ext>
            </a:extLst>
          </p:cNvPr>
          <p:cNvGrpSpPr/>
          <p:nvPr userDrawn="1"/>
        </p:nvGrpSpPr>
        <p:grpSpPr>
          <a:xfrm>
            <a:off x="2" y="-1"/>
            <a:ext cx="12192001" cy="6857997"/>
            <a:chOff x="-2" y="0"/>
            <a:chExt cx="24382419" cy="13715997"/>
          </a:xfrm>
        </p:grpSpPr>
        <p:sp>
          <p:nvSpPr>
            <p:cNvPr id="7" name="Rectangle 6">
              <a:extLst>
                <a:ext uri="{FF2B5EF4-FFF2-40B4-BE49-F238E27FC236}">
                  <a16:creationId xmlns:a16="http://schemas.microsoft.com/office/drawing/2014/main" id="{5D1B524B-3D40-A964-AE67-36FE4D8385E0}"/>
                </a:ext>
              </a:extLst>
            </p:cNvPr>
            <p:cNvSpPr/>
            <p:nvPr/>
          </p:nvSpPr>
          <p:spPr>
            <a:xfrm rot="16200000">
              <a:off x="6013123" y="-6013119"/>
              <a:ext cx="12356175" cy="243824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nvGrpSpPr>
            <p:cNvPr id="12" name="Group 11">
              <a:extLst>
                <a:ext uri="{FF2B5EF4-FFF2-40B4-BE49-F238E27FC236}">
                  <a16:creationId xmlns:a16="http://schemas.microsoft.com/office/drawing/2014/main" id="{D511F6C9-8F96-B31B-E24E-C5A2B8D6DA99}"/>
                </a:ext>
              </a:extLst>
            </p:cNvPr>
            <p:cNvGrpSpPr/>
            <p:nvPr userDrawn="1"/>
          </p:nvGrpSpPr>
          <p:grpSpPr>
            <a:xfrm>
              <a:off x="-2" y="11238272"/>
              <a:ext cx="24382419" cy="2477725"/>
              <a:chOff x="-2" y="12356176"/>
              <a:chExt cx="24382419" cy="1359817"/>
            </a:xfrm>
          </p:grpSpPr>
          <p:sp>
            <p:nvSpPr>
              <p:cNvPr id="8" name="Rectangle 7">
                <a:extLst>
                  <a:ext uri="{FF2B5EF4-FFF2-40B4-BE49-F238E27FC236}">
                    <a16:creationId xmlns:a16="http://schemas.microsoft.com/office/drawing/2014/main" id="{289ECD7D-3D62-C3F0-8DC0-E6A2C72260EF}"/>
                  </a:ext>
                </a:extLst>
              </p:cNvPr>
              <p:cNvSpPr>
                <a:spLocks/>
              </p:cNvSpPr>
              <p:nvPr/>
            </p:nvSpPr>
            <p:spPr>
              <a:xfrm rot="16200000">
                <a:off x="11959907" y="396273"/>
                <a:ext cx="462607" cy="2438241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9" name="Rectangle 8">
                <a:extLst>
                  <a:ext uri="{FF2B5EF4-FFF2-40B4-BE49-F238E27FC236}">
                    <a16:creationId xmlns:a16="http://schemas.microsoft.com/office/drawing/2014/main" id="{0F71AC1C-6861-88DE-0456-AB5F6C35D8CE}"/>
                  </a:ext>
                </a:extLst>
              </p:cNvPr>
              <p:cNvSpPr/>
              <p:nvPr/>
            </p:nvSpPr>
            <p:spPr>
              <a:xfrm rot="16200000">
                <a:off x="11959907" y="844878"/>
                <a:ext cx="462607" cy="24382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10" name="Rectangle 9">
                <a:extLst>
                  <a:ext uri="{FF2B5EF4-FFF2-40B4-BE49-F238E27FC236}">
                    <a16:creationId xmlns:a16="http://schemas.microsoft.com/office/drawing/2014/main" id="{C7E037D4-079F-4C16-7B74-BDFEB31FD933}"/>
                  </a:ext>
                </a:extLst>
              </p:cNvPr>
              <p:cNvSpPr>
                <a:spLocks/>
              </p:cNvSpPr>
              <p:nvPr/>
            </p:nvSpPr>
            <p:spPr>
              <a:xfrm rot="16200000">
                <a:off x="11959902" y="1293482"/>
                <a:ext cx="462607" cy="24382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grpSp>
      </p:grpSp>
      <p:sp>
        <p:nvSpPr>
          <p:cNvPr id="2" name="Title 1">
            <a:extLst>
              <a:ext uri="{FF2B5EF4-FFF2-40B4-BE49-F238E27FC236}">
                <a16:creationId xmlns:a16="http://schemas.microsoft.com/office/drawing/2014/main" id="{F2E0493D-61A7-878A-76BD-FCC834E1786E}"/>
              </a:ext>
            </a:extLst>
          </p:cNvPr>
          <p:cNvSpPr>
            <a:spLocks noGrp="1"/>
          </p:cNvSpPr>
          <p:nvPr userDrawn="1">
            <p:ph type="title"/>
          </p:nvPr>
        </p:nvSpPr>
        <p:spPr>
          <a:xfrm>
            <a:off x="4791618" y="3994376"/>
            <a:ext cx="6959028" cy="421494"/>
          </a:xfrm>
        </p:spPr>
        <p:txBody>
          <a:bodyPr/>
          <a:lstStyle>
            <a:lvl1pPr>
              <a:defRPr sz="3300">
                <a:solidFill>
                  <a:schemeClr val="bg1"/>
                </a:solidFill>
              </a:defRPr>
            </a:lvl1pPr>
          </a:lstStyle>
          <a:p>
            <a:r>
              <a:rPr lang="en-GB"/>
              <a:t>Click to edit Master title style</a:t>
            </a:r>
          </a:p>
        </p:txBody>
      </p:sp>
      <p:sp>
        <p:nvSpPr>
          <p:cNvPr id="3" name="Date Placeholder 2">
            <a:extLst>
              <a:ext uri="{FF2B5EF4-FFF2-40B4-BE49-F238E27FC236}">
                <a16:creationId xmlns:a16="http://schemas.microsoft.com/office/drawing/2014/main" id="{0047735E-7B8F-8BC8-4F7E-BCF621E9717A}"/>
              </a:ext>
            </a:extLst>
          </p:cNvPr>
          <p:cNvSpPr>
            <a:spLocks noGrp="1"/>
          </p:cNvSpPr>
          <p:nvPr userDrawn="1">
            <p:ph type="dt" sz="half" idx="10"/>
          </p:nvPr>
        </p:nvSpPr>
        <p:spPr/>
        <p:txBody>
          <a:bodyPr/>
          <a:lstStyle>
            <a:lvl1pPr>
              <a:defRPr>
                <a:solidFill>
                  <a:schemeClr val="bg1"/>
                </a:solidFill>
              </a:defRPr>
            </a:lvl1pPr>
          </a:lstStyle>
          <a:p>
            <a:fld id="{7E88A085-3330-4B00-A60A-515326445D30}" type="datetime1">
              <a:rPr lang="en-GB" smtClean="0"/>
              <a:pPr/>
              <a:t>22/08/2023</a:t>
            </a:fld>
            <a:endParaRPr lang="en-GB"/>
          </a:p>
        </p:txBody>
      </p:sp>
      <p:sp>
        <p:nvSpPr>
          <p:cNvPr id="4" name="Footer Placeholder 3">
            <a:extLst>
              <a:ext uri="{FF2B5EF4-FFF2-40B4-BE49-F238E27FC236}">
                <a16:creationId xmlns:a16="http://schemas.microsoft.com/office/drawing/2014/main" id="{42987D87-0237-95AC-CF2A-0A06A3DDEA15}"/>
              </a:ext>
            </a:extLst>
          </p:cNvPr>
          <p:cNvSpPr>
            <a:spLocks noGrp="1"/>
          </p:cNvSpPr>
          <p:nvPr userDrawn="1">
            <p:ph type="ftr" sz="quarter" idx="11"/>
          </p:nvPr>
        </p:nvSpPr>
        <p:spPr/>
        <p:txBody>
          <a:bodyPr/>
          <a:lstStyle>
            <a:lvl1pPr>
              <a:defRPr>
                <a:solidFill>
                  <a:schemeClr val="bg1"/>
                </a:solidFill>
              </a:defRPr>
            </a:lvl1pPr>
          </a:lstStyle>
          <a:p>
            <a:r>
              <a:rPr lang="en-GB"/>
              <a:t>© GSMA 2022</a:t>
            </a:r>
          </a:p>
        </p:txBody>
      </p:sp>
      <p:sp>
        <p:nvSpPr>
          <p:cNvPr id="5" name="Slide Number Placeholder 4">
            <a:extLst>
              <a:ext uri="{FF2B5EF4-FFF2-40B4-BE49-F238E27FC236}">
                <a16:creationId xmlns:a16="http://schemas.microsoft.com/office/drawing/2014/main" id="{859CCE7D-722A-BE32-8704-7FDDF2102C3A}"/>
              </a:ext>
            </a:extLst>
          </p:cNvPr>
          <p:cNvSpPr>
            <a:spLocks noGrp="1"/>
          </p:cNvSpPr>
          <p:nvPr userDrawn="1">
            <p:ph type="sldNum" sz="quarter" idx="12"/>
          </p:nvPr>
        </p:nvSpPr>
        <p:spPr/>
        <p:txBody>
          <a:bodyPr/>
          <a:lstStyle>
            <a:lvl1pPr>
              <a:defRPr>
                <a:solidFill>
                  <a:schemeClr val="bg1"/>
                </a:solidFill>
              </a:defRPr>
            </a:lvl1pPr>
          </a:lstStyle>
          <a:p>
            <a:fld id="{B51C77D3-387C-4881-A960-1F7F91E3F80B}" type="slidenum">
              <a:rPr lang="en-GB" smtClean="0"/>
              <a:pPr/>
              <a:t>‹#›</a:t>
            </a:fld>
            <a:endParaRPr lang="en-GB"/>
          </a:p>
        </p:txBody>
      </p:sp>
      <p:pic>
        <p:nvPicPr>
          <p:cNvPr id="11" name="Graphic 10">
            <a:extLst>
              <a:ext uri="{FF2B5EF4-FFF2-40B4-BE49-F238E27FC236}">
                <a16:creationId xmlns:a16="http://schemas.microsoft.com/office/drawing/2014/main" id="{27B900B3-DF3E-739D-34F9-3945912E398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86778" y="6435640"/>
            <a:ext cx="1063869" cy="166773"/>
          </a:xfrm>
          <a:prstGeom prst="rect">
            <a:avLst/>
          </a:prstGeom>
        </p:spPr>
      </p:pic>
      <p:sp>
        <p:nvSpPr>
          <p:cNvPr id="13" name="Text Placeholder 10">
            <a:extLst>
              <a:ext uri="{FF2B5EF4-FFF2-40B4-BE49-F238E27FC236}">
                <a16:creationId xmlns:a16="http://schemas.microsoft.com/office/drawing/2014/main" id="{780988D1-2308-8A71-5492-5AE996641080}"/>
              </a:ext>
            </a:extLst>
          </p:cNvPr>
          <p:cNvSpPr>
            <a:spLocks noGrp="1"/>
          </p:cNvSpPr>
          <p:nvPr>
            <p:ph type="body" sz="quarter" idx="14"/>
          </p:nvPr>
        </p:nvSpPr>
        <p:spPr>
          <a:xfrm>
            <a:off x="4791618" y="4567320"/>
            <a:ext cx="6959028" cy="919081"/>
          </a:xfrm>
        </p:spPr>
        <p:txBody>
          <a:bodyPr/>
          <a:lstStyle>
            <a:lvl1pPr>
              <a:defRPr sz="1600" b="0">
                <a:solidFill>
                  <a:schemeClr val="bg1"/>
                </a:solidFill>
              </a:defRPr>
            </a:lvl1pPr>
            <a:lvl2pPr>
              <a:defRPr>
                <a:solidFill>
                  <a:schemeClr val="bg1"/>
                </a:solidFill>
              </a:defRPr>
            </a:lvl2pPr>
            <a:lvl3pPr>
              <a:defRPr>
                <a:solidFill>
                  <a:schemeClr val="bg1"/>
                </a:solidFill>
              </a:defRPr>
            </a:lvl3pPr>
            <a:lvl4pPr>
              <a:buClrTx/>
              <a:defRPr>
                <a:solidFill>
                  <a:schemeClr val="bg1"/>
                </a:solidFill>
              </a:defRPr>
            </a:lvl4pPr>
            <a:lvl5pPr>
              <a:defRPr>
                <a:solidFill>
                  <a:schemeClr val="bg1"/>
                </a:solidFill>
              </a:defRPr>
            </a:lvl5pPr>
          </a:lstStyle>
          <a:p>
            <a:pPr lvl="0"/>
            <a:r>
              <a:rPr lang="en-GB"/>
              <a:t>Click to edit Master text styles</a:t>
            </a:r>
          </a:p>
        </p:txBody>
      </p:sp>
    </p:spTree>
    <p:extLst>
      <p:ext uri="{BB962C8B-B14F-4D97-AF65-F5344CB8AC3E}">
        <p14:creationId xmlns:p14="http://schemas.microsoft.com/office/powerpoint/2010/main" val="1205814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67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GSMA Content slide">
    <p:spTree>
      <p:nvGrpSpPr>
        <p:cNvPr id="1" name=""/>
        <p:cNvGrpSpPr/>
        <p:nvPr/>
      </p:nvGrpSpPr>
      <p:grpSpPr>
        <a:xfrm>
          <a:off x="0" y="0"/>
          <a:ext cx="0" cy="0"/>
          <a:chOff x="0" y="0"/>
          <a:chExt cx="0" cy="0"/>
        </a:xfrm>
      </p:grpSpPr>
      <p:sp>
        <p:nvSpPr>
          <p:cNvPr id="6" name="Content Placeholder 13"/>
          <p:cNvSpPr>
            <a:spLocks noGrp="1"/>
          </p:cNvSpPr>
          <p:nvPr>
            <p:ph sz="quarter" idx="14"/>
          </p:nvPr>
        </p:nvSpPr>
        <p:spPr>
          <a:xfrm>
            <a:off x="1606848" y="1796819"/>
            <a:ext cx="9865749" cy="4224469"/>
          </a:xfrm>
          <a:prstGeom prst="rect">
            <a:avLst/>
          </a:prstGeom>
        </p:spPr>
        <p:txBody>
          <a:bodyPr>
            <a:normAutofit/>
          </a:bodyPr>
          <a:lstStyle>
            <a:lvl1pPr algn="l">
              <a:buNone/>
              <a:defRPr sz="1867" b="0" i="0">
                <a:solidFill>
                  <a:schemeClr val="tx2"/>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5" name="Slide Number Placeholder 4"/>
          <p:cNvSpPr>
            <a:spLocks noGrp="1"/>
          </p:cNvSpPr>
          <p:nvPr>
            <p:ph type="sldNum" sz="quarter" idx="15"/>
          </p:nvPr>
        </p:nvSpPr>
        <p:spPr/>
        <p:txBody>
          <a:bodyPr/>
          <a:lstStyle/>
          <a:p>
            <a:fld id="{E52D2AFC-71C4-4511-B128-4ECEE52D3027}" type="slidenum">
              <a:rPr lang="en-ZA" smtClean="0"/>
              <a:pPr/>
              <a:t>‹#›</a:t>
            </a:fld>
            <a:endParaRPr lang="en-ZA" dirty="0"/>
          </a:p>
        </p:txBody>
      </p:sp>
      <p:sp>
        <p:nvSpPr>
          <p:cNvPr id="7" name="Title Placeholder 1"/>
          <p:cNvSpPr>
            <a:spLocks noGrp="1"/>
          </p:cNvSpPr>
          <p:nvPr>
            <p:ph type="title"/>
          </p:nvPr>
        </p:nvSpPr>
        <p:spPr>
          <a:xfrm>
            <a:off x="1596152" y="528000"/>
            <a:ext cx="9865749" cy="1143000"/>
          </a:xfrm>
          <a:prstGeom prst="rect">
            <a:avLst/>
          </a:prstGeom>
        </p:spPr>
        <p:txBody>
          <a:bodyPr vert="horz" lIns="91440" tIns="45720" rIns="91440" bIns="45720" rtlCol="0" anchor="t" anchorCtr="0">
            <a:normAutofit/>
          </a:bodyPr>
          <a:lstStyle>
            <a:lvl1pPr>
              <a:defRPr sz="320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359098829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GSMA Title and 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96152" y="1796819"/>
            <a:ext cx="9865749" cy="4246861"/>
          </a:xfrm>
          <a:prstGeom prst="rect">
            <a:avLst/>
          </a:prstGeom>
        </p:spPr>
        <p:txBody>
          <a:bodyPr/>
          <a:lstStyle>
            <a:lvl1pPr marL="457189" indent="-457189">
              <a:buClr>
                <a:srgbClr val="E30613"/>
              </a:buClr>
              <a:buSzPct val="90000"/>
              <a:buFont typeface="Wingdings" charset="2"/>
              <a:buChar char="§"/>
              <a:defRPr>
                <a:solidFill>
                  <a:schemeClr val="tx2"/>
                </a:solidFill>
              </a:defRPr>
            </a:lvl1pPr>
            <a:lvl2pPr marL="990575" indent="-380990">
              <a:buClr>
                <a:srgbClr val="E30613"/>
              </a:buClr>
              <a:buSzPct val="90000"/>
              <a:buFont typeface="Wingdings" charset="2"/>
              <a:buChar char="§"/>
              <a:defRPr>
                <a:solidFill>
                  <a:schemeClr val="tx2"/>
                </a:solidFill>
              </a:defRPr>
            </a:lvl2pPr>
            <a:lvl3pPr marL="1523962" indent="-304792">
              <a:buClr>
                <a:srgbClr val="E30613"/>
              </a:buClr>
              <a:buSzPct val="90000"/>
              <a:buFont typeface="Wingdings" charset="2"/>
              <a:buChar char="§"/>
              <a:defRPr>
                <a:solidFill>
                  <a:schemeClr val="tx2"/>
                </a:solidFill>
              </a:defRPr>
            </a:lvl3pPr>
            <a:lvl4pPr marL="2133547" indent="-304792">
              <a:buClr>
                <a:srgbClr val="E30613"/>
              </a:buClr>
              <a:buSzPct val="90000"/>
              <a:buFont typeface="Wingdings" charset="2"/>
              <a:buChar char="§"/>
              <a:defRPr>
                <a:solidFill>
                  <a:schemeClr val="tx2"/>
                </a:solidFill>
              </a:defRPr>
            </a:lvl4pPr>
            <a:lvl5pPr marL="2743131" indent="-304792">
              <a:buClr>
                <a:srgbClr val="E30613"/>
              </a:buClr>
              <a:buSzPct val="90000"/>
              <a:buFont typeface="Wingdings" charset="2"/>
              <a:buChar char="§"/>
              <a:defRPr>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Slide Number Placeholder 4"/>
          <p:cNvSpPr>
            <a:spLocks noGrp="1"/>
          </p:cNvSpPr>
          <p:nvPr>
            <p:ph type="sldNum" sz="quarter" idx="15"/>
          </p:nvPr>
        </p:nvSpPr>
        <p:spPr>
          <a:xfrm>
            <a:off x="560917" y="6435811"/>
            <a:ext cx="2844800" cy="365125"/>
          </a:xfrm>
        </p:spPr>
        <p:txBody>
          <a:bodyPr/>
          <a:lstStyle/>
          <a:p>
            <a:fld id="{E52D2AFC-71C4-4511-B128-4ECEE52D3027}" type="slidenum">
              <a:rPr lang="en-ZA" smtClean="0"/>
              <a:pPr/>
              <a:t>‹#›</a:t>
            </a:fld>
            <a:endParaRPr lang="en-ZA" dirty="0"/>
          </a:p>
        </p:txBody>
      </p:sp>
      <p:sp>
        <p:nvSpPr>
          <p:cNvPr id="5" name="Title Placeholder 1"/>
          <p:cNvSpPr>
            <a:spLocks noGrp="1"/>
          </p:cNvSpPr>
          <p:nvPr>
            <p:ph type="title"/>
          </p:nvPr>
        </p:nvSpPr>
        <p:spPr>
          <a:xfrm>
            <a:off x="1596152" y="528000"/>
            <a:ext cx="9865749" cy="1143000"/>
          </a:xfrm>
          <a:prstGeom prst="rect">
            <a:avLst/>
          </a:prstGeom>
        </p:spPr>
        <p:txBody>
          <a:bodyPr vert="horz" lIns="91440" tIns="45720" rIns="91440" bIns="45720" rtlCol="0" anchor="t" anchorCtr="0">
            <a:normAutofit/>
          </a:bodyPr>
          <a:lstStyle>
            <a:lvl1pPr>
              <a:defRPr sz="3200">
                <a:solidFill>
                  <a:srgbClr val="575756"/>
                </a:solidFill>
              </a:defRPr>
            </a:lvl1pPr>
          </a:lstStyle>
          <a:p>
            <a:r>
              <a:rPr lang="en-US" dirty="0"/>
              <a:t>Click to edit Master title style</a:t>
            </a:r>
            <a:endParaRPr lang="en-ZA" dirty="0"/>
          </a:p>
        </p:txBody>
      </p:sp>
    </p:spTree>
    <p:extLst>
      <p:ext uri="{BB962C8B-B14F-4D97-AF65-F5344CB8AC3E}">
        <p14:creationId xmlns:p14="http://schemas.microsoft.com/office/powerpoint/2010/main" val="234209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file:///C:\Users\Chris\Documents\GMSA%20powerpoints\David%20Swift%20presentation\NEW%20gsma_con_living_cmyk.jpg" TargetMode="External"/><Relationship Id="rId10" Type="http://schemas.openxmlformats.org/officeDocument/2006/relationships/slideLayout" Target="../slideLayouts/slideLayout10.xml"/><Relationship Id="rId19"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33"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29" Type="http://schemas.openxmlformats.org/officeDocument/2006/relationships/slideLayout" Target="../slideLayouts/slideLayout46.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32" Type="http://schemas.openxmlformats.org/officeDocument/2006/relationships/slideLayout" Target="../slideLayouts/slideLayout49.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31" Type="http://schemas.openxmlformats.org/officeDocument/2006/relationships/slideLayout" Target="../slideLayouts/slideLayout48.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 Id="rId30" Type="http://schemas.openxmlformats.org/officeDocument/2006/relationships/slideLayout" Target="../slideLayouts/slideLayout47.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9"/>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20" imgW="216" imgH="216" progId="TCLayout.ActiveDocument.1">
                  <p:embed/>
                </p:oleObj>
              </mc:Choice>
              <mc:Fallback>
                <p:oleObj name="think-cell Slide" r:id="rId20" imgW="216" imgH="216" progId="TCLayout.ActiveDocument.1">
                  <p:embed/>
                  <p:pic>
                    <p:nvPicPr>
                      <p:cNvPr id="7" name="Object 6" hidden="1"/>
                      <p:cNvPicPr/>
                      <p:nvPr/>
                    </p:nvPicPr>
                    <p:blipFill>
                      <a:blip r:embed="rId21"/>
                      <a:stretch>
                        <a:fillRect/>
                      </a:stretch>
                    </p:blipFill>
                    <p:spPr>
                      <a:xfrm>
                        <a:off x="2118" y="2118"/>
                        <a:ext cx="2116" cy="2116"/>
                      </a:xfrm>
                      <a:prstGeom prst="rect">
                        <a:avLst/>
                      </a:prstGeom>
                    </p:spPr>
                  </p:pic>
                </p:oleObj>
              </mc:Fallback>
            </mc:AlternateContent>
          </a:graphicData>
        </a:graphic>
      </p:graphicFrame>
      <p:pic>
        <p:nvPicPr>
          <p:cNvPr id="8" name="Picture 7"/>
          <p:cNvPicPr>
            <a:picLocks noChangeAspect="1"/>
          </p:cNvPicPr>
          <p:nvPr userDrawn="1"/>
        </p:nvPicPr>
        <p:blipFill rotWithShape="1">
          <a:blip r:embed="rId22" r:link="rId23" cstate="print">
            <a:extLst>
              <a:ext uri="{28A0092B-C50C-407E-A947-70E740481C1C}">
                <a14:useLocalDpi xmlns:a14="http://schemas.microsoft.com/office/drawing/2010/main"/>
              </a:ext>
            </a:extLst>
          </a:blip>
          <a:srcRect/>
          <a:stretch/>
        </p:blipFill>
        <p:spPr>
          <a:xfrm>
            <a:off x="219928" y="260649"/>
            <a:ext cx="703144" cy="678049"/>
          </a:xfrm>
          <a:prstGeom prst="rect">
            <a:avLst/>
          </a:prstGeom>
        </p:spPr>
      </p:pic>
      <p:grpSp>
        <p:nvGrpSpPr>
          <p:cNvPr id="4" name="Group 3"/>
          <p:cNvGrpSpPr/>
          <p:nvPr userDrawn="1"/>
        </p:nvGrpSpPr>
        <p:grpSpPr>
          <a:xfrm>
            <a:off x="571500" y="6522267"/>
            <a:ext cx="11029952" cy="95251"/>
            <a:chOff x="428625" y="4711700"/>
            <a:chExt cx="8272464" cy="71438"/>
          </a:xfrm>
        </p:grpSpPr>
        <p:sp>
          <p:nvSpPr>
            <p:cNvPr id="5" name="Rectangle 4"/>
            <p:cNvSpPr/>
            <p:nvPr/>
          </p:nvSpPr>
          <p:spPr>
            <a:xfrm>
              <a:off x="428625" y="4711700"/>
              <a:ext cx="2757488" cy="71438"/>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400" dirty="0"/>
            </a:p>
          </p:txBody>
        </p:sp>
        <p:sp>
          <p:nvSpPr>
            <p:cNvPr id="6" name="Rectangle 5"/>
            <p:cNvSpPr/>
            <p:nvPr/>
          </p:nvSpPr>
          <p:spPr>
            <a:xfrm>
              <a:off x="3186113" y="4711700"/>
              <a:ext cx="2757488" cy="714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400"/>
            </a:p>
          </p:txBody>
        </p:sp>
        <p:sp>
          <p:nvSpPr>
            <p:cNvPr id="9" name="Rectangle 8"/>
            <p:cNvSpPr/>
            <p:nvPr/>
          </p:nvSpPr>
          <p:spPr>
            <a:xfrm>
              <a:off x="5943601" y="4711700"/>
              <a:ext cx="2757488" cy="71438"/>
            </a:xfrm>
            <a:prstGeom prst="rect">
              <a:avLst/>
            </a:prstGeom>
            <a:solidFill>
              <a:srgbClr val="94B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400"/>
            </a:p>
          </p:txBody>
        </p:sp>
      </p:grpSp>
    </p:spTree>
    <p:extLst>
      <p:ext uri="{BB962C8B-B14F-4D97-AF65-F5344CB8AC3E}">
        <p14:creationId xmlns:p14="http://schemas.microsoft.com/office/powerpoint/2010/main" val="34623759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5" r:id="rId12"/>
    <p:sldLayoutId id="2147483677" r:id="rId13"/>
    <p:sldLayoutId id="2147483678" r:id="rId14"/>
    <p:sldLayoutId id="2147483679" r:id="rId15"/>
    <p:sldLayoutId id="2147483680" r:id="rId16"/>
    <p:sldLayoutId id="2147483681" r:id="rId17"/>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ftr="0" dt="0"/>
  <p:txStyles>
    <p:titleStyle>
      <a:lvl1pPr algn="l" defTabSz="1219170" rtl="0" eaLnBrk="1" latinLnBrk="0" hangingPunct="1">
        <a:spcBef>
          <a:spcPct val="0"/>
        </a:spcBef>
        <a:buNone/>
        <a:defRPr sz="2667" b="1" kern="1200">
          <a:solidFill>
            <a:schemeClr val="tx1"/>
          </a:solidFill>
          <a:latin typeface="Arial" panose="020B0604020202020204" pitchFamily="34" charset="0"/>
          <a:ea typeface="+mj-ea"/>
          <a:cs typeface="Arial" panose="020B0604020202020204" pitchFamily="34" charset="0"/>
        </a:defRPr>
      </a:lvl1pPr>
    </p:titleStyle>
    <p:bodyStyle>
      <a:lvl1pPr marL="457189" indent="-457189" algn="l" defTabSz="1219170" rtl="0" eaLnBrk="1" latinLnBrk="0" hangingPunct="1">
        <a:spcBef>
          <a:spcPct val="20000"/>
        </a:spcBef>
        <a:buFont typeface="Arial" panose="020B0604020202020204" pitchFamily="34" charset="0"/>
        <a:buChar char="•"/>
        <a:defRPr sz="2667"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990575" indent="-380990" algn="l" defTabSz="1219170" rtl="0" eaLnBrk="1" latinLnBrk="0" hangingPunct="1">
        <a:spcBef>
          <a:spcPct val="20000"/>
        </a:spcBef>
        <a:buFont typeface="Arial" panose="020B0604020202020204" pitchFamily="34" charset="0"/>
        <a:buChar char="–"/>
        <a:defRPr sz="24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spcBef>
          <a:spcPct val="20000"/>
        </a:spcBef>
        <a:buFont typeface="Arial" panose="020B0604020202020204" pitchFamily="34" charset="0"/>
        <a:buChar char="•"/>
        <a:defRPr sz="2133" kern="1200">
          <a:solidFill>
            <a:schemeClr val="tx1">
              <a:lumMod val="50000"/>
              <a:lumOff val="50000"/>
            </a:schemeClr>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spcBef>
          <a:spcPct val="20000"/>
        </a:spcBef>
        <a:buFont typeface="Arial" panose="020B0604020202020204" pitchFamily="34" charset="0"/>
        <a:buChar char="–"/>
        <a:defRPr sz="1867" kern="1200">
          <a:solidFill>
            <a:schemeClr val="bg1">
              <a:lumMod val="65000"/>
            </a:schemeClr>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spcBef>
          <a:spcPct val="20000"/>
        </a:spcBef>
        <a:buFont typeface="Arial" panose="020B0604020202020204" pitchFamily="34" charset="0"/>
        <a:buChar char="»"/>
        <a:defRPr sz="1867" kern="1200">
          <a:solidFill>
            <a:schemeClr val="bg1">
              <a:lumMod val="65000"/>
            </a:schemeClr>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0561" y="440532"/>
            <a:ext cx="11309418" cy="510909"/>
          </a:xfrm>
          <a:prstGeom prst="rect">
            <a:avLst/>
          </a:prstGeom>
        </p:spPr>
        <p:txBody>
          <a:bodyPr vert="horz" wrap="square" lIns="0" tIns="0" rIns="0" bIns="0" rtlCol="0" anchor="t" anchorCtr="0">
            <a:spAutoFit/>
          </a:bodyPr>
          <a:lstStyle/>
          <a:p>
            <a:r>
              <a:rPr lang="en-GB"/>
              <a:t>Click to edit Master title style</a:t>
            </a:r>
          </a:p>
        </p:txBody>
      </p:sp>
      <p:sp>
        <p:nvSpPr>
          <p:cNvPr id="3" name="Text Placeholder 2"/>
          <p:cNvSpPr>
            <a:spLocks noGrp="1"/>
          </p:cNvSpPr>
          <p:nvPr>
            <p:ph type="body" idx="1"/>
          </p:nvPr>
        </p:nvSpPr>
        <p:spPr>
          <a:xfrm>
            <a:off x="441229" y="1768475"/>
            <a:ext cx="11309418" cy="4379119"/>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2411800" y="6472417"/>
            <a:ext cx="1844896" cy="153889"/>
          </a:xfrm>
          <a:prstGeom prst="rect">
            <a:avLst/>
          </a:prstGeom>
        </p:spPr>
        <p:txBody>
          <a:bodyPr vert="horz" wrap="square" lIns="0" tIns="0" rIns="0" bIns="0" rtlCol="0" anchor="b" anchorCtr="0">
            <a:spAutoFit/>
          </a:bodyPr>
          <a:lstStyle>
            <a:lvl1pPr algn="l">
              <a:defRPr sz="1000" spc="-20" baseline="0">
                <a:solidFill>
                  <a:schemeClr val="tx1"/>
                </a:solidFill>
              </a:defRPr>
            </a:lvl1pPr>
          </a:lstStyle>
          <a:p>
            <a:fld id="{7E88A085-3330-4B00-A60A-515326445D30}" type="datetime1">
              <a:rPr lang="en-GB" smtClean="0"/>
              <a:t>22/08/2023</a:t>
            </a:fld>
            <a:endParaRPr lang="en-GB"/>
          </a:p>
        </p:txBody>
      </p:sp>
      <p:sp>
        <p:nvSpPr>
          <p:cNvPr id="5" name="Footer Placeholder 4"/>
          <p:cNvSpPr>
            <a:spLocks noGrp="1"/>
          </p:cNvSpPr>
          <p:nvPr>
            <p:ph type="ftr" sz="quarter" idx="3"/>
          </p:nvPr>
        </p:nvSpPr>
        <p:spPr>
          <a:xfrm>
            <a:off x="440560" y="6472417"/>
            <a:ext cx="1844897" cy="153889"/>
          </a:xfrm>
          <a:prstGeom prst="rect">
            <a:avLst/>
          </a:prstGeom>
        </p:spPr>
        <p:txBody>
          <a:bodyPr vert="horz" wrap="square" lIns="0" tIns="0" rIns="0" bIns="0" rtlCol="0" anchor="b" anchorCtr="0">
            <a:spAutoFit/>
          </a:bodyPr>
          <a:lstStyle>
            <a:lvl1pPr algn="l">
              <a:defRPr sz="1000" spc="-20" baseline="0">
                <a:solidFill>
                  <a:schemeClr val="tx1"/>
                </a:solidFill>
              </a:defRPr>
            </a:lvl1pPr>
          </a:lstStyle>
          <a:p>
            <a:r>
              <a:rPr lang="en-GB"/>
              <a:t>© GSMA 2022</a:t>
            </a:r>
          </a:p>
        </p:txBody>
      </p:sp>
      <p:sp>
        <p:nvSpPr>
          <p:cNvPr id="6" name="Slide Number Placeholder 5"/>
          <p:cNvSpPr>
            <a:spLocks noGrp="1"/>
          </p:cNvSpPr>
          <p:nvPr>
            <p:ph type="sldNum" sz="quarter" idx="4"/>
          </p:nvPr>
        </p:nvSpPr>
        <p:spPr>
          <a:xfrm>
            <a:off x="11300617" y="230006"/>
            <a:ext cx="450029" cy="153889"/>
          </a:xfrm>
          <a:prstGeom prst="rect">
            <a:avLst/>
          </a:prstGeom>
        </p:spPr>
        <p:txBody>
          <a:bodyPr vert="horz" lIns="0" tIns="0" rIns="0" bIns="0" rtlCol="0" anchor="t" anchorCtr="0">
            <a:spAutoFit/>
          </a:bodyPr>
          <a:lstStyle>
            <a:lvl1pPr algn="r">
              <a:defRPr sz="1000" spc="-20" baseline="0">
                <a:solidFill>
                  <a:schemeClr val="tx1"/>
                </a:solidFill>
              </a:defRPr>
            </a:lvl1pPr>
          </a:lstStyle>
          <a:p>
            <a:fld id="{B51C77D3-387C-4881-A960-1F7F91E3F80B}" type="slidenum">
              <a:rPr lang="en-GB" smtClean="0"/>
              <a:pPr/>
              <a:t>‹#›</a:t>
            </a:fld>
            <a:endParaRPr lang="en-GB"/>
          </a:p>
        </p:txBody>
      </p:sp>
    </p:spTree>
    <p:extLst>
      <p:ext uri="{BB962C8B-B14F-4D97-AF65-F5344CB8AC3E}">
        <p14:creationId xmlns:p14="http://schemas.microsoft.com/office/powerpoint/2010/main" val="9872467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55" rtl="0" eaLnBrk="1" latinLnBrk="0" hangingPunct="1">
        <a:lnSpc>
          <a:spcPct val="83000"/>
        </a:lnSpc>
        <a:spcBef>
          <a:spcPct val="0"/>
        </a:spcBef>
        <a:buNone/>
        <a:defRPr sz="4000" b="1" kern="1200" spc="-175" baseline="0">
          <a:solidFill>
            <a:schemeClr val="tx1"/>
          </a:solidFill>
          <a:latin typeface="+mj-lt"/>
          <a:ea typeface="+mj-ea"/>
          <a:cs typeface="+mj-cs"/>
        </a:defRPr>
      </a:lvl1pPr>
    </p:titleStyle>
    <p:bodyStyle>
      <a:lvl1pPr marL="0" indent="0" algn="l" defTabSz="914355" rtl="0" eaLnBrk="1" latinLnBrk="0" hangingPunct="1">
        <a:lnSpc>
          <a:spcPct val="83000"/>
        </a:lnSpc>
        <a:spcBef>
          <a:spcPts val="0"/>
        </a:spcBef>
        <a:buFont typeface="Arial" panose="020B0604020202020204" pitchFamily="34" charset="0"/>
        <a:buNone/>
        <a:defRPr sz="2200" b="1" kern="1200" spc="-65" baseline="0">
          <a:solidFill>
            <a:schemeClr val="tx1"/>
          </a:solidFill>
          <a:latin typeface="+mn-lt"/>
          <a:ea typeface="+mn-ea"/>
          <a:cs typeface="+mn-cs"/>
        </a:defRPr>
      </a:lvl1pPr>
      <a:lvl2pPr marL="0" indent="0" algn="l" defTabSz="914355" rtl="0" eaLnBrk="1" latinLnBrk="0" hangingPunct="1">
        <a:lnSpc>
          <a:spcPct val="83000"/>
        </a:lnSpc>
        <a:spcBef>
          <a:spcPts val="0"/>
        </a:spcBef>
        <a:buFont typeface="Arial" panose="020B0604020202020204" pitchFamily="34" charset="0"/>
        <a:buNone/>
        <a:defRPr sz="2200" kern="1200" spc="-65" baseline="0">
          <a:solidFill>
            <a:schemeClr val="tx1"/>
          </a:solidFill>
          <a:latin typeface="+mn-lt"/>
          <a:ea typeface="+mn-ea"/>
          <a:cs typeface="+mn-cs"/>
        </a:defRPr>
      </a:lvl2pPr>
      <a:lvl3pPr marL="0" indent="0" algn="l" defTabSz="914355" rtl="0" eaLnBrk="1" latinLnBrk="0" hangingPunct="1">
        <a:lnSpc>
          <a:spcPct val="88000"/>
        </a:lnSpc>
        <a:spcBef>
          <a:spcPts val="0"/>
        </a:spcBef>
        <a:spcAft>
          <a:spcPts val="900"/>
        </a:spcAft>
        <a:buFont typeface="Arial" panose="020B0604020202020204" pitchFamily="34" charset="0"/>
        <a:buNone/>
        <a:defRPr sz="1600" kern="1200" spc="-65" baseline="0">
          <a:solidFill>
            <a:schemeClr val="tx1"/>
          </a:solidFill>
          <a:latin typeface="+mn-lt"/>
          <a:ea typeface="+mn-ea"/>
          <a:cs typeface="+mn-cs"/>
        </a:defRPr>
      </a:lvl3pPr>
      <a:lvl4pPr marL="324000" indent="-324000" algn="l" defTabSz="914355" rtl="0" eaLnBrk="1" latinLnBrk="0" hangingPunct="1">
        <a:lnSpc>
          <a:spcPct val="88000"/>
        </a:lnSpc>
        <a:spcBef>
          <a:spcPts val="0"/>
        </a:spcBef>
        <a:spcAft>
          <a:spcPts val="900"/>
        </a:spcAft>
        <a:buClr>
          <a:schemeClr val="accent4"/>
        </a:buClr>
        <a:buFont typeface="Arial" panose="020B0604020202020204" pitchFamily="34" charset="0"/>
        <a:buChar char="–"/>
        <a:defRPr sz="1600" kern="1200" spc="-65" baseline="0">
          <a:solidFill>
            <a:schemeClr val="tx1"/>
          </a:solidFill>
          <a:latin typeface="+mn-lt"/>
          <a:ea typeface="+mn-ea"/>
          <a:cs typeface="+mn-cs"/>
        </a:defRPr>
      </a:lvl4pPr>
      <a:lvl5pPr marL="0" indent="0" algn="l" defTabSz="914355" rtl="0" eaLnBrk="1" latinLnBrk="0" hangingPunct="1">
        <a:lnSpc>
          <a:spcPct val="95000"/>
        </a:lnSpc>
        <a:spcBef>
          <a:spcPts val="0"/>
        </a:spcBef>
        <a:buFont typeface="Arial" panose="020B0604020202020204" pitchFamily="34" charset="0"/>
        <a:buNone/>
        <a:defRPr sz="900" kern="1200" spc="-15" baseline="0">
          <a:solidFill>
            <a:schemeClr val="tx1"/>
          </a:solidFill>
          <a:latin typeface="+mn-lt"/>
          <a:ea typeface="+mn-ea"/>
          <a:cs typeface="+mn-cs"/>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15359">
          <p15:clr>
            <a:srgbClr val="F26B43"/>
          </p15:clr>
        </p15:guide>
        <p15:guide id="3" pos="555">
          <p15:clr>
            <a:srgbClr val="F26B43"/>
          </p15:clr>
        </p15:guide>
        <p15:guide id="4" pos="14803">
          <p15:clr>
            <a:srgbClr val="F26B43"/>
          </p15:clr>
        </p15:guide>
        <p15:guide id="5" orient="horz">
          <p15:clr>
            <a:srgbClr val="F26B43"/>
          </p15:clr>
        </p15:guide>
        <p15:guide id="6" orient="horz" pos="8640">
          <p15:clr>
            <a:srgbClr val="F26B43"/>
          </p15:clr>
        </p15:guide>
        <p15:guide id="7" orient="horz" pos="555">
          <p15:clr>
            <a:srgbClr val="F26B43"/>
          </p15:clr>
        </p15:guide>
        <p15:guide id="8" orient="horz" pos="80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hyperlink" Target="mailto:RSPcompliance@gsma.com" TargetMode="External"/><Relationship Id="rId2" Type="http://schemas.openxmlformats.org/officeDocument/2006/relationships/hyperlink" Target="mailto:M2Mcomplaince@gsma.com" TargetMode="Externa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6EF8C76-7039-7C02-9B00-1B0566292B1D}"/>
              </a:ext>
            </a:extLst>
          </p:cNvPr>
          <p:cNvSpPr>
            <a:spLocks noGrp="1"/>
          </p:cNvSpPr>
          <p:nvPr>
            <p:ph type="title"/>
          </p:nvPr>
        </p:nvSpPr>
        <p:spPr>
          <a:xfrm>
            <a:off x="3811424" y="3057474"/>
            <a:ext cx="7034857" cy="881332"/>
          </a:xfrm>
        </p:spPr>
        <p:txBody>
          <a:bodyPr/>
          <a:lstStyle/>
          <a:p>
            <a:pPr algn="r"/>
            <a:r>
              <a:rPr lang="en-GB" sz="3600" dirty="0">
                <a:sym typeface="Wingdings" panose="05000000000000000000" pitchFamily="2" charset="2"/>
              </a:rPr>
              <a:t>GSMA Self-Assessment</a:t>
            </a:r>
            <a:r>
              <a:rPr lang="en-GB" sz="3600" dirty="0">
                <a:solidFill>
                  <a:srgbClr val="FFFFFF"/>
                </a:solidFill>
                <a:latin typeface="Arial" panose="020B0604020202020204" pitchFamily="34" charset="0"/>
                <a:ea typeface="Apple Chancery" charset="0"/>
                <a:cs typeface="Arial" panose="020B0604020202020204" pitchFamily="34" charset="0"/>
              </a:rPr>
              <a:t> </a:t>
            </a:r>
            <a:br>
              <a:rPr lang="en-GB" sz="3600" dirty="0">
                <a:solidFill>
                  <a:srgbClr val="FFFFFF"/>
                </a:solidFill>
                <a:latin typeface="Arial" panose="020B0604020202020204" pitchFamily="34" charset="0"/>
                <a:ea typeface="Apple Chancery" charset="0"/>
                <a:cs typeface="Arial" panose="020B0604020202020204" pitchFamily="34" charset="0"/>
              </a:rPr>
            </a:br>
            <a:endParaRPr lang="en-GB" dirty="0"/>
          </a:p>
        </p:txBody>
      </p:sp>
      <p:sp>
        <p:nvSpPr>
          <p:cNvPr id="2" name="Footer Placeholder 1">
            <a:extLst>
              <a:ext uri="{FF2B5EF4-FFF2-40B4-BE49-F238E27FC236}">
                <a16:creationId xmlns:a16="http://schemas.microsoft.com/office/drawing/2014/main" id="{270365BD-DB4A-939F-7F95-98353206B33F}"/>
              </a:ext>
            </a:extLst>
          </p:cNvPr>
          <p:cNvSpPr>
            <a:spLocks noGrp="1"/>
          </p:cNvSpPr>
          <p:nvPr>
            <p:ph type="ftr" sz="quarter" idx="11"/>
          </p:nvPr>
        </p:nvSpPr>
        <p:spPr>
          <a:xfrm>
            <a:off x="387806" y="6490002"/>
            <a:ext cx="1844897" cy="153889"/>
          </a:xfrm>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20" normalizeH="0" baseline="0" noProof="0" dirty="0">
                <a:ln>
                  <a:noFill/>
                </a:ln>
                <a:solidFill>
                  <a:prstClr val="white"/>
                </a:solidFill>
                <a:effectLst/>
                <a:uLnTx/>
                <a:uFillTx/>
                <a:latin typeface="Arial"/>
                <a:ea typeface="+mn-ea"/>
                <a:cs typeface="+mn-cs"/>
              </a:rPr>
              <a:t>© GSMA 2023</a:t>
            </a:r>
          </a:p>
        </p:txBody>
      </p:sp>
      <p:sp>
        <p:nvSpPr>
          <p:cNvPr id="3" name="Slide Number Placeholder 2">
            <a:extLst>
              <a:ext uri="{FF2B5EF4-FFF2-40B4-BE49-F238E27FC236}">
                <a16:creationId xmlns:a16="http://schemas.microsoft.com/office/drawing/2014/main" id="{8570DDC5-E96F-F67B-88AD-1BDDB45CAEDD}"/>
              </a:ext>
            </a:extLst>
          </p:cNvPr>
          <p:cNvSpPr>
            <a:spLocks noGrp="1"/>
          </p:cNvSpPr>
          <p:nvPr>
            <p:ph type="sldNum" sz="quarter" idx="12"/>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B51C77D3-387C-4881-A960-1F7F91E3F80B}" type="slidenum">
              <a:rPr kumimoji="0" lang="en-GB" sz="1000" b="0" i="0" u="none" strike="noStrike" kern="1200" cap="none" spc="-20" normalizeH="0" baseline="0" noProof="0">
                <a:ln>
                  <a:noFill/>
                </a:ln>
                <a:solidFill>
                  <a:prstClr val="white"/>
                </a:solidFill>
                <a:effectLst/>
                <a:uLnTx/>
                <a:uFillTx/>
                <a:latin typeface="Arial"/>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a:t>
            </a:fld>
            <a:endParaRPr kumimoji="0" lang="en-GB" sz="1000" b="0" i="0" u="none" strike="noStrike" kern="1200" cap="none" spc="-20" normalizeH="0" baseline="0" noProof="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58838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DC7162B-8E58-2BCB-0275-9084A58B08B1}"/>
              </a:ext>
            </a:extLst>
          </p:cNvPr>
          <p:cNvSpPr>
            <a:spLocks noGrp="1"/>
          </p:cNvSpPr>
          <p:nvPr>
            <p:ph type="ftr" sz="quarter" idx="11"/>
          </p:nvPr>
        </p:nvSpPr>
        <p:spPr/>
        <p:txBody>
          <a:bodyPr/>
          <a:lstStyle/>
          <a:p>
            <a:r>
              <a:rPr lang="en-GB" dirty="0"/>
              <a:t>© GSMA 2023</a:t>
            </a:r>
          </a:p>
        </p:txBody>
      </p:sp>
      <p:sp>
        <p:nvSpPr>
          <p:cNvPr id="5" name="Slide Number Placeholder 4">
            <a:extLst>
              <a:ext uri="{FF2B5EF4-FFF2-40B4-BE49-F238E27FC236}">
                <a16:creationId xmlns:a16="http://schemas.microsoft.com/office/drawing/2014/main" id="{A1F993FC-1E52-EA91-6533-C80CCCF5174E}"/>
              </a:ext>
            </a:extLst>
          </p:cNvPr>
          <p:cNvSpPr>
            <a:spLocks noGrp="1"/>
          </p:cNvSpPr>
          <p:nvPr>
            <p:ph type="sldNum" sz="quarter" idx="12"/>
          </p:nvPr>
        </p:nvSpPr>
        <p:spPr/>
        <p:txBody>
          <a:bodyPr/>
          <a:lstStyle/>
          <a:p>
            <a:fld id="{B51C77D3-387C-4881-A960-1F7F91E3F80B}" type="slidenum">
              <a:rPr lang="en-GB" smtClean="0"/>
              <a:t>2</a:t>
            </a:fld>
            <a:endParaRPr lang="en-GB"/>
          </a:p>
        </p:txBody>
      </p:sp>
      <p:sp>
        <p:nvSpPr>
          <p:cNvPr id="6" name="Content Placeholder 1">
            <a:extLst>
              <a:ext uri="{FF2B5EF4-FFF2-40B4-BE49-F238E27FC236}">
                <a16:creationId xmlns:a16="http://schemas.microsoft.com/office/drawing/2014/main" id="{B73E9565-570A-C683-865F-8021E634EF97}"/>
              </a:ext>
            </a:extLst>
          </p:cNvPr>
          <p:cNvSpPr txBox="1">
            <a:spLocks/>
          </p:cNvSpPr>
          <p:nvPr/>
        </p:nvSpPr>
        <p:spPr>
          <a:xfrm>
            <a:off x="620205" y="1341307"/>
            <a:ext cx="9865749" cy="2770441"/>
          </a:xfrm>
          <a:prstGeom prst="rect">
            <a:avLst/>
          </a:prstGeom>
        </p:spPr>
        <p:txBody>
          <a:bodyPr vert="horz" lIns="0" tIns="0" rIns="0" bIns="0" rtlCol="0">
            <a:noAutofit/>
          </a:bodyPr>
          <a:lstStyle>
            <a:lvl1pPr marL="0" indent="0" algn="l" defTabSz="914355" rtl="0" eaLnBrk="1" latinLnBrk="0" hangingPunct="1">
              <a:lnSpc>
                <a:spcPct val="83000"/>
              </a:lnSpc>
              <a:spcBef>
                <a:spcPts val="0"/>
              </a:spcBef>
              <a:buFont typeface="Arial" panose="020B0604020202020204" pitchFamily="34" charset="0"/>
              <a:buNone/>
              <a:defRPr sz="2200" b="1" kern="1200" spc="-65" baseline="0">
                <a:solidFill>
                  <a:schemeClr val="accent4"/>
                </a:solidFill>
                <a:latin typeface="+mn-lt"/>
                <a:ea typeface="+mn-ea"/>
                <a:cs typeface="+mn-cs"/>
              </a:defRPr>
            </a:lvl1pPr>
            <a:lvl2pPr marL="0" indent="0" algn="l" defTabSz="914355" rtl="0" eaLnBrk="1" latinLnBrk="0" hangingPunct="1">
              <a:lnSpc>
                <a:spcPct val="83000"/>
              </a:lnSpc>
              <a:spcBef>
                <a:spcPts val="0"/>
              </a:spcBef>
              <a:buFont typeface="Arial" panose="020B0604020202020204" pitchFamily="34" charset="0"/>
              <a:buNone/>
              <a:defRPr sz="2200" kern="1200" spc="-65" baseline="0">
                <a:solidFill>
                  <a:schemeClr val="tx1"/>
                </a:solidFill>
                <a:latin typeface="+mn-lt"/>
                <a:ea typeface="+mn-ea"/>
                <a:cs typeface="+mn-cs"/>
              </a:defRPr>
            </a:lvl2pPr>
            <a:lvl3pPr marL="0" indent="0" algn="l" defTabSz="914355" rtl="0" eaLnBrk="1" latinLnBrk="0" hangingPunct="1">
              <a:lnSpc>
                <a:spcPct val="88000"/>
              </a:lnSpc>
              <a:spcBef>
                <a:spcPts val="0"/>
              </a:spcBef>
              <a:spcAft>
                <a:spcPts val="900"/>
              </a:spcAft>
              <a:buFont typeface="Arial" panose="020B0604020202020204" pitchFamily="34" charset="0"/>
              <a:buNone/>
              <a:defRPr sz="1600" kern="1200" spc="-65" baseline="0">
                <a:solidFill>
                  <a:schemeClr val="tx1"/>
                </a:solidFill>
                <a:latin typeface="+mn-lt"/>
                <a:ea typeface="+mn-ea"/>
                <a:cs typeface="+mn-cs"/>
              </a:defRPr>
            </a:lvl3pPr>
            <a:lvl4pPr marL="324000" indent="-324000" algn="l" defTabSz="914355" rtl="0" eaLnBrk="1" latinLnBrk="0" hangingPunct="1">
              <a:lnSpc>
                <a:spcPct val="88000"/>
              </a:lnSpc>
              <a:spcBef>
                <a:spcPts val="0"/>
              </a:spcBef>
              <a:spcAft>
                <a:spcPts val="900"/>
              </a:spcAft>
              <a:buClr>
                <a:schemeClr val="accent4"/>
              </a:buClr>
              <a:buFont typeface="Arial" panose="020B0604020202020204" pitchFamily="34" charset="0"/>
              <a:buChar char="–"/>
              <a:defRPr sz="1600" kern="1200" spc="-65" baseline="0">
                <a:solidFill>
                  <a:schemeClr val="tx1"/>
                </a:solidFill>
                <a:latin typeface="+mn-lt"/>
                <a:ea typeface="+mn-ea"/>
                <a:cs typeface="+mn-cs"/>
              </a:defRPr>
            </a:lvl4pPr>
            <a:lvl5pPr marL="0" indent="0" algn="l" defTabSz="914355" rtl="0" eaLnBrk="1" latinLnBrk="0" hangingPunct="1">
              <a:lnSpc>
                <a:spcPct val="95000"/>
              </a:lnSpc>
              <a:spcBef>
                <a:spcPts val="0"/>
              </a:spcBef>
              <a:buFont typeface="Arial" panose="020B0604020202020204" pitchFamily="34" charset="0"/>
              <a:buNone/>
              <a:defRPr sz="900" kern="1200" spc="-15" baseline="0">
                <a:solidFill>
                  <a:schemeClr val="tx1"/>
                </a:solidFill>
                <a:latin typeface="+mn-lt"/>
                <a:ea typeface="+mn-ea"/>
                <a:cs typeface="+mn-cs"/>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800" b="0" dirty="0">
                <a:solidFill>
                  <a:schemeClr val="tx1"/>
                </a:solidFill>
              </a:rPr>
              <a:t>EUMs needs to make changes to their products to address customer and/or markets needs</a:t>
            </a:r>
          </a:p>
          <a:p>
            <a:pPr marL="285750" indent="-285750">
              <a:buFont typeface="Arial" panose="020B0604020202020204" pitchFamily="34" charset="0"/>
              <a:buChar char="•"/>
            </a:pPr>
            <a:endParaRPr lang="en-US" sz="1800" b="0" dirty="0">
              <a:solidFill>
                <a:schemeClr val="tx1"/>
              </a:solidFill>
            </a:endParaRPr>
          </a:p>
          <a:p>
            <a:pPr marL="285750" indent="-285750">
              <a:buFont typeface="Arial" panose="020B0604020202020204" pitchFamily="34" charset="0"/>
              <a:buChar char="•"/>
            </a:pPr>
            <a:r>
              <a:rPr lang="en-US" sz="1800" b="0" dirty="0">
                <a:solidFill>
                  <a:schemeClr val="tx1"/>
                </a:solidFill>
              </a:rPr>
              <a:t>Most of the time these changes are not related to RSP features, SAS processes nor they are part of the security TOE. </a:t>
            </a:r>
          </a:p>
          <a:p>
            <a:pPr marL="285750" indent="-285750">
              <a:buFont typeface="Arial" panose="020B0604020202020204" pitchFamily="34" charset="0"/>
              <a:buChar char="•"/>
            </a:pPr>
            <a:endParaRPr lang="en-US" sz="1800" b="0" dirty="0">
              <a:solidFill>
                <a:schemeClr val="tx1"/>
              </a:solidFill>
            </a:endParaRPr>
          </a:p>
          <a:p>
            <a:pPr marL="285750" indent="-285750">
              <a:buFont typeface="Arial" panose="020B0604020202020204" pitchFamily="34" charset="0"/>
              <a:buChar char="•"/>
            </a:pPr>
            <a:r>
              <a:rPr lang="en-US" sz="1800" b="0" dirty="0">
                <a:solidFill>
                  <a:schemeClr val="tx1"/>
                </a:solidFill>
              </a:rPr>
              <a:t>There is not defined process for EUMs to notify these changes to GSMA </a:t>
            </a:r>
          </a:p>
          <a:p>
            <a:pPr marL="285750" indent="-285750">
              <a:buFont typeface="Arial" panose="020B0604020202020204" pitchFamily="34" charset="0"/>
              <a:buChar char="•"/>
            </a:pPr>
            <a:endParaRPr lang="en-US" sz="1800" b="0" dirty="0">
              <a:solidFill>
                <a:schemeClr val="tx1"/>
              </a:solidFill>
            </a:endParaRPr>
          </a:p>
          <a:p>
            <a:pPr marL="285750" indent="-285750">
              <a:buFont typeface="Arial" panose="020B0604020202020204" pitchFamily="34" charset="0"/>
              <a:buChar char="•"/>
            </a:pPr>
            <a:r>
              <a:rPr lang="en-US" sz="1800" b="0" dirty="0">
                <a:solidFill>
                  <a:schemeClr val="tx1"/>
                </a:solidFill>
              </a:rPr>
              <a:t>The consequence may be that SW of the final EUM product on the market does not match with the one on the database </a:t>
            </a:r>
          </a:p>
          <a:p>
            <a:endParaRPr lang="en-GB" sz="1800" b="0" dirty="0">
              <a:solidFill>
                <a:schemeClr val="tx1"/>
              </a:solidFill>
            </a:endParaRPr>
          </a:p>
        </p:txBody>
      </p:sp>
      <p:sp>
        <p:nvSpPr>
          <p:cNvPr id="7" name="Title 3">
            <a:extLst>
              <a:ext uri="{FF2B5EF4-FFF2-40B4-BE49-F238E27FC236}">
                <a16:creationId xmlns:a16="http://schemas.microsoft.com/office/drawing/2014/main" id="{1D0437D5-639F-F227-661D-169155BE84D4}"/>
              </a:ext>
            </a:extLst>
          </p:cNvPr>
          <p:cNvSpPr txBox="1">
            <a:spLocks/>
          </p:cNvSpPr>
          <p:nvPr/>
        </p:nvSpPr>
        <p:spPr>
          <a:xfrm>
            <a:off x="620206" y="306950"/>
            <a:ext cx="9865749" cy="1143000"/>
          </a:xfrm>
          <a:prstGeom prst="rect">
            <a:avLst/>
          </a:prstGeom>
        </p:spPr>
        <p:txBody>
          <a:bodyPr vert="horz" wrap="square" lIns="0" tIns="0" rIns="0" bIns="0" rtlCol="0" anchor="t" anchorCtr="0">
            <a:spAutoFit/>
          </a:bodyPr>
          <a:lstStyle>
            <a:lvl1pPr algn="l" defTabSz="914355" rtl="0" eaLnBrk="1" latinLnBrk="0" hangingPunct="1">
              <a:lnSpc>
                <a:spcPct val="83000"/>
              </a:lnSpc>
              <a:spcBef>
                <a:spcPct val="0"/>
              </a:spcBef>
              <a:buNone/>
              <a:defRPr sz="4000" b="1" kern="1200" spc="-175" baseline="0">
                <a:solidFill>
                  <a:schemeClr val="tx1"/>
                </a:solidFill>
                <a:latin typeface="+mj-lt"/>
                <a:ea typeface="+mj-ea"/>
                <a:cs typeface="+mj-cs"/>
              </a:defRPr>
            </a:lvl1pPr>
          </a:lstStyle>
          <a:p>
            <a:r>
              <a:rPr lang="en-GB" dirty="0"/>
              <a:t>Background </a:t>
            </a:r>
          </a:p>
        </p:txBody>
      </p:sp>
    </p:spTree>
    <p:extLst>
      <p:ext uri="{BB962C8B-B14F-4D97-AF65-F5344CB8AC3E}">
        <p14:creationId xmlns:p14="http://schemas.microsoft.com/office/powerpoint/2010/main" val="2299923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EB8C0-5FC9-41F6-C45C-9850630CDC11}"/>
              </a:ext>
            </a:extLst>
          </p:cNvPr>
          <p:cNvSpPr>
            <a:spLocks noGrp="1"/>
          </p:cNvSpPr>
          <p:nvPr>
            <p:ph type="title"/>
          </p:nvPr>
        </p:nvSpPr>
        <p:spPr/>
        <p:txBody>
          <a:bodyPr/>
          <a:lstStyle/>
          <a:p>
            <a:r>
              <a:rPr lang="en-GB" dirty="0"/>
              <a:t>GSMA internal Operational procedure </a:t>
            </a:r>
            <a:endParaRPr lang="es-ES_tradnl" dirty="0"/>
          </a:p>
        </p:txBody>
      </p:sp>
      <p:sp>
        <p:nvSpPr>
          <p:cNvPr id="3" name="Content Placeholder 2">
            <a:extLst>
              <a:ext uri="{FF2B5EF4-FFF2-40B4-BE49-F238E27FC236}">
                <a16:creationId xmlns:a16="http://schemas.microsoft.com/office/drawing/2014/main" id="{5C6A6029-926E-B19C-87C3-52E74EFBB848}"/>
              </a:ext>
            </a:extLst>
          </p:cNvPr>
          <p:cNvSpPr>
            <a:spLocks noGrp="1"/>
          </p:cNvSpPr>
          <p:nvPr>
            <p:ph idx="1"/>
          </p:nvPr>
        </p:nvSpPr>
        <p:spPr>
          <a:xfrm>
            <a:off x="440561" y="1311275"/>
            <a:ext cx="11309418" cy="4379119"/>
          </a:xfrm>
        </p:spPr>
        <p:txBody>
          <a:bodyPr/>
          <a:lstStyle/>
          <a:p>
            <a:pPr lvl="0"/>
            <a:r>
              <a:rPr lang="en-GB" sz="1600" b="0" dirty="0">
                <a:solidFill>
                  <a:schemeClr val="tx1"/>
                </a:solidFill>
                <a:latin typeface="+mj-lt"/>
              </a:rPr>
              <a:t>EUM inform GSMA Compliance Team (</a:t>
            </a:r>
            <a:r>
              <a:rPr lang="en-GB" sz="1600" b="0" dirty="0">
                <a:solidFill>
                  <a:schemeClr val="tx1"/>
                </a:solidFill>
                <a:latin typeface="+mj-lt"/>
                <a:hlinkClick r:id="rId2">
                  <a:extLst>
                    <a:ext uri="{A12FA001-AC4F-418D-AE19-62706E023703}">
                      <ahyp:hlinkClr xmlns:ahyp="http://schemas.microsoft.com/office/drawing/2018/hyperlinkcolor" val="tx"/>
                    </a:ext>
                  </a:extLst>
                </a:hlinkClick>
              </a:rPr>
              <a:t>M2Mcomplaince@gsma.com</a:t>
            </a:r>
            <a:r>
              <a:rPr lang="en-GB" sz="1600" b="0" dirty="0">
                <a:solidFill>
                  <a:schemeClr val="tx1"/>
                </a:solidFill>
                <a:latin typeface="+mj-lt"/>
              </a:rPr>
              <a:t> or </a:t>
            </a:r>
            <a:r>
              <a:rPr lang="en-GB" sz="1600" b="0" dirty="0">
                <a:solidFill>
                  <a:schemeClr val="tx1"/>
                </a:solidFill>
                <a:latin typeface="+mj-lt"/>
                <a:hlinkClick r:id="rId3">
                  <a:extLst>
                    <a:ext uri="{A12FA001-AC4F-418D-AE19-62706E023703}">
                      <ahyp:hlinkClr xmlns:ahyp="http://schemas.microsoft.com/office/drawing/2018/hyperlinkcolor" val="tx"/>
                    </a:ext>
                  </a:extLst>
                </a:hlinkClick>
              </a:rPr>
              <a:t>RSPcompliance@gsma.com</a:t>
            </a:r>
            <a:r>
              <a:rPr lang="en-GB" sz="1600" b="0" dirty="0">
                <a:solidFill>
                  <a:schemeClr val="tx1"/>
                </a:solidFill>
                <a:latin typeface="+mj-lt"/>
              </a:rPr>
              <a:t>) of a change on an eUICC product that do not impact RSP features and or SAS processes </a:t>
            </a:r>
          </a:p>
          <a:p>
            <a:pPr lvl="0"/>
            <a:endParaRPr lang="en-GB" sz="1600" b="0" dirty="0">
              <a:solidFill>
                <a:schemeClr val="tx1"/>
              </a:solidFill>
              <a:latin typeface="+mj-lt"/>
            </a:endParaRPr>
          </a:p>
          <a:p>
            <a:pPr marL="342900" lvl="0" indent="-342900">
              <a:buFont typeface="+mj-lt"/>
              <a:buAutoNum type="arabicPeriod"/>
            </a:pPr>
            <a:r>
              <a:rPr lang="en-GB" sz="1600" b="0" dirty="0">
                <a:solidFill>
                  <a:schemeClr val="tx1"/>
                </a:solidFill>
                <a:latin typeface="+mj-lt"/>
              </a:rPr>
              <a:t>GSMA send EUM the Self-assessment of eUICC Certified products updates</a:t>
            </a:r>
          </a:p>
          <a:p>
            <a:pPr marL="342900" lvl="0" indent="-342900">
              <a:buFont typeface="+mj-lt"/>
              <a:buAutoNum type="arabicPeriod"/>
            </a:pPr>
            <a:endParaRPr lang="en-GB" sz="1600" b="0" dirty="0">
              <a:solidFill>
                <a:schemeClr val="tx1"/>
              </a:solidFill>
              <a:latin typeface="+mj-lt"/>
            </a:endParaRPr>
          </a:p>
          <a:p>
            <a:pPr marL="342900" indent="-342900">
              <a:buFont typeface="+mj-lt"/>
              <a:buAutoNum type="arabicPeriod"/>
            </a:pPr>
            <a:r>
              <a:rPr lang="en-GB" sz="1600" b="0" dirty="0">
                <a:solidFill>
                  <a:schemeClr val="tx1"/>
                </a:solidFill>
                <a:latin typeface="+mj-lt"/>
              </a:rPr>
              <a:t>eSIM vendors complete the Self-assessment of eUICC Certified products updates and send it to GSMA Compliance Team </a:t>
            </a:r>
          </a:p>
          <a:p>
            <a:pPr marL="342900" lvl="0" indent="-342900">
              <a:buFont typeface="+mj-lt"/>
              <a:buAutoNum type="arabicPeriod"/>
            </a:pPr>
            <a:endParaRPr lang="en-GB" sz="1600" b="0" dirty="0">
              <a:solidFill>
                <a:schemeClr val="tx1"/>
              </a:solidFill>
              <a:latin typeface="+mj-lt"/>
            </a:endParaRPr>
          </a:p>
          <a:p>
            <a:pPr marL="342900" lvl="0" indent="-342900">
              <a:buFont typeface="+mj-lt"/>
              <a:buAutoNum type="arabicPeriod"/>
            </a:pPr>
            <a:r>
              <a:rPr lang="en-GB" sz="1600" b="0" dirty="0">
                <a:solidFill>
                  <a:schemeClr val="tx1"/>
                </a:solidFill>
                <a:latin typeface="+mj-lt"/>
              </a:rPr>
              <a:t>GSMA RSP Compliance Team analyses the proposed changes and:</a:t>
            </a:r>
          </a:p>
          <a:p>
            <a:pPr marL="742950" lvl="1" indent="-285750">
              <a:buFont typeface="Arial" panose="020B0604020202020204" pitchFamily="34" charset="0"/>
              <a:buChar char="•"/>
            </a:pPr>
            <a:r>
              <a:rPr lang="en-GB" sz="1600" dirty="0">
                <a:latin typeface="+mj-lt"/>
              </a:rPr>
              <a:t>GSMA internal database is updated to reflect the change, the date and the new SW version resulted of the change. </a:t>
            </a:r>
          </a:p>
          <a:p>
            <a:pPr marL="742950" lvl="1" indent="-285750">
              <a:buFont typeface="Arial" panose="020B0604020202020204" pitchFamily="34" charset="0"/>
              <a:buChar char="•"/>
            </a:pPr>
            <a:r>
              <a:rPr lang="en-GB" sz="1600" dirty="0">
                <a:latin typeface="+mj-lt"/>
              </a:rPr>
              <a:t>A Note within the IC2 database to indicate the update (in case the product was listed on IC2 previously) </a:t>
            </a:r>
          </a:p>
          <a:p>
            <a:pPr marL="742950" lvl="1" indent="-285750">
              <a:buFont typeface="Arial" panose="020B0604020202020204" pitchFamily="34" charset="0"/>
              <a:buChar char="•"/>
            </a:pPr>
            <a:r>
              <a:rPr lang="en-GB" sz="1600" dirty="0">
                <a:latin typeface="+mj-lt"/>
              </a:rPr>
              <a:t>A revision of the previously issued ‘Confirmation of PKI Certificate Issuance’ is provided by GSMA (with a revision number). This will contain: </a:t>
            </a:r>
          </a:p>
          <a:p>
            <a:pPr marL="1200150" lvl="2" indent="-285750">
              <a:buFont typeface="Arial" panose="020B0604020202020204" pitchFamily="34" charset="0"/>
              <a:buChar char="•"/>
            </a:pPr>
            <a:r>
              <a:rPr lang="en-GB" sz="1600" dirty="0">
                <a:latin typeface="+mj-lt"/>
              </a:rPr>
              <a:t>A new ‘Declared build’ version</a:t>
            </a:r>
          </a:p>
          <a:p>
            <a:pPr marL="1200150" lvl="2" indent="-285750">
              <a:buFont typeface="Arial" panose="020B0604020202020204" pitchFamily="34" charset="0"/>
              <a:buChar char="•"/>
            </a:pPr>
            <a:r>
              <a:rPr lang="en-GB" sz="1600" dirty="0">
                <a:latin typeface="+mj-lt"/>
              </a:rPr>
              <a:t>A new date</a:t>
            </a:r>
          </a:p>
          <a:p>
            <a:pPr marL="1200150" lvl="2" indent="-285750">
              <a:buFont typeface="Arial" panose="020B0604020202020204" pitchFamily="34" charset="0"/>
              <a:buChar char="•"/>
            </a:pPr>
            <a:r>
              <a:rPr lang="en-GB" sz="1600" dirty="0">
                <a:latin typeface="+mj-lt"/>
              </a:rPr>
              <a:t>A note at the end indicating the additional changes have declared by the EUM as nor RSP, SAS neither TOE related features (the sentence will be further elaborated by the GSMA operations and legal teams) </a:t>
            </a:r>
          </a:p>
          <a:p>
            <a:endParaRPr lang="es-ES_tradnl" b="0" dirty="0">
              <a:solidFill>
                <a:schemeClr val="tx1"/>
              </a:solidFill>
            </a:endParaRPr>
          </a:p>
        </p:txBody>
      </p:sp>
      <p:sp>
        <p:nvSpPr>
          <p:cNvPr id="4" name="Footer Placeholder 3">
            <a:extLst>
              <a:ext uri="{FF2B5EF4-FFF2-40B4-BE49-F238E27FC236}">
                <a16:creationId xmlns:a16="http://schemas.microsoft.com/office/drawing/2014/main" id="{0A2C8284-0FD1-A870-750E-6AFC3BB5442A}"/>
              </a:ext>
            </a:extLst>
          </p:cNvPr>
          <p:cNvSpPr>
            <a:spLocks noGrp="1"/>
          </p:cNvSpPr>
          <p:nvPr>
            <p:ph type="ftr" sz="quarter" idx="11"/>
          </p:nvPr>
        </p:nvSpPr>
        <p:spPr/>
        <p:txBody>
          <a:bodyPr/>
          <a:lstStyle/>
          <a:p>
            <a:r>
              <a:rPr lang="en-GB" dirty="0"/>
              <a:t>© GSMA 2023</a:t>
            </a:r>
          </a:p>
        </p:txBody>
      </p:sp>
      <p:sp>
        <p:nvSpPr>
          <p:cNvPr id="5" name="Slide Number Placeholder 4">
            <a:extLst>
              <a:ext uri="{FF2B5EF4-FFF2-40B4-BE49-F238E27FC236}">
                <a16:creationId xmlns:a16="http://schemas.microsoft.com/office/drawing/2014/main" id="{3DB51E30-01BB-6225-9D5B-57AE41CA4468}"/>
              </a:ext>
            </a:extLst>
          </p:cNvPr>
          <p:cNvSpPr>
            <a:spLocks noGrp="1"/>
          </p:cNvSpPr>
          <p:nvPr>
            <p:ph type="sldNum" sz="quarter" idx="12"/>
          </p:nvPr>
        </p:nvSpPr>
        <p:spPr/>
        <p:txBody>
          <a:bodyPr/>
          <a:lstStyle/>
          <a:p>
            <a:fld id="{B51C77D3-387C-4881-A960-1F7F91E3F80B}" type="slidenum">
              <a:rPr lang="en-GB" smtClean="0"/>
              <a:t>3</a:t>
            </a:fld>
            <a:endParaRPr lang="en-GB"/>
          </a:p>
        </p:txBody>
      </p:sp>
    </p:spTree>
    <p:extLst>
      <p:ext uri="{BB962C8B-B14F-4D97-AF65-F5344CB8AC3E}">
        <p14:creationId xmlns:p14="http://schemas.microsoft.com/office/powerpoint/2010/main" val="3272911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9AA09-28C9-E59C-8F4D-F70EFBA5EE8F}"/>
              </a:ext>
            </a:extLst>
          </p:cNvPr>
          <p:cNvSpPr>
            <a:spLocks noGrp="1"/>
          </p:cNvSpPr>
          <p:nvPr>
            <p:ph type="title"/>
          </p:nvPr>
        </p:nvSpPr>
        <p:spPr/>
        <p:txBody>
          <a:bodyPr/>
          <a:lstStyle/>
          <a:p>
            <a:r>
              <a:rPr lang="en-GB" dirty="0"/>
              <a:t>Self-assessment document</a:t>
            </a:r>
            <a:endParaRPr lang="es-ES_tradnl" dirty="0"/>
          </a:p>
        </p:txBody>
      </p:sp>
      <p:sp>
        <p:nvSpPr>
          <p:cNvPr id="4" name="Footer Placeholder 3">
            <a:extLst>
              <a:ext uri="{FF2B5EF4-FFF2-40B4-BE49-F238E27FC236}">
                <a16:creationId xmlns:a16="http://schemas.microsoft.com/office/drawing/2014/main" id="{0AA88BC6-B62C-0A56-7102-CC62117EA6A0}"/>
              </a:ext>
            </a:extLst>
          </p:cNvPr>
          <p:cNvSpPr>
            <a:spLocks noGrp="1"/>
          </p:cNvSpPr>
          <p:nvPr>
            <p:ph type="ftr" sz="quarter" idx="11"/>
          </p:nvPr>
        </p:nvSpPr>
        <p:spPr/>
        <p:txBody>
          <a:bodyPr/>
          <a:lstStyle/>
          <a:p>
            <a:r>
              <a:rPr lang="en-GB"/>
              <a:t>© GSMA 2022</a:t>
            </a:r>
          </a:p>
        </p:txBody>
      </p:sp>
      <p:sp>
        <p:nvSpPr>
          <p:cNvPr id="5" name="Slide Number Placeholder 4">
            <a:extLst>
              <a:ext uri="{FF2B5EF4-FFF2-40B4-BE49-F238E27FC236}">
                <a16:creationId xmlns:a16="http://schemas.microsoft.com/office/drawing/2014/main" id="{39182A00-087A-B140-13A9-886FF1230620}"/>
              </a:ext>
            </a:extLst>
          </p:cNvPr>
          <p:cNvSpPr>
            <a:spLocks noGrp="1"/>
          </p:cNvSpPr>
          <p:nvPr>
            <p:ph type="sldNum" sz="quarter" idx="12"/>
          </p:nvPr>
        </p:nvSpPr>
        <p:spPr/>
        <p:txBody>
          <a:bodyPr/>
          <a:lstStyle/>
          <a:p>
            <a:fld id="{B51C77D3-387C-4881-A960-1F7F91E3F80B}" type="slidenum">
              <a:rPr lang="en-GB" smtClean="0"/>
              <a:t>4</a:t>
            </a:fld>
            <a:endParaRPr lang="en-GB"/>
          </a:p>
        </p:txBody>
      </p:sp>
      <p:sp>
        <p:nvSpPr>
          <p:cNvPr id="6" name="TextBox 5">
            <a:extLst>
              <a:ext uri="{FF2B5EF4-FFF2-40B4-BE49-F238E27FC236}">
                <a16:creationId xmlns:a16="http://schemas.microsoft.com/office/drawing/2014/main" id="{B969EF8F-C50A-98D9-2FBD-4B0D9FD55718}"/>
              </a:ext>
            </a:extLst>
          </p:cNvPr>
          <p:cNvSpPr txBox="1"/>
          <p:nvPr/>
        </p:nvSpPr>
        <p:spPr>
          <a:xfrm>
            <a:off x="574338" y="940535"/>
            <a:ext cx="7566799" cy="369332"/>
          </a:xfrm>
          <a:prstGeom prst="rect">
            <a:avLst/>
          </a:prstGeom>
          <a:noFill/>
        </p:spPr>
        <p:txBody>
          <a:bodyPr wrap="square" rtlCol="0">
            <a:spAutoFit/>
          </a:bodyPr>
          <a:lstStyle/>
          <a:p>
            <a:r>
              <a:rPr lang="en-GB" dirty="0">
                <a:latin typeface="+mj-lt"/>
              </a:rPr>
              <a:t>The document contains the following section:</a:t>
            </a:r>
          </a:p>
        </p:txBody>
      </p:sp>
      <p:graphicFrame>
        <p:nvGraphicFramePr>
          <p:cNvPr id="7" name="Table 6">
            <a:extLst>
              <a:ext uri="{FF2B5EF4-FFF2-40B4-BE49-F238E27FC236}">
                <a16:creationId xmlns:a16="http://schemas.microsoft.com/office/drawing/2014/main" id="{36F4A8D0-7480-3740-3265-1B814E9E0D8C}"/>
              </a:ext>
            </a:extLst>
          </p:cNvPr>
          <p:cNvGraphicFramePr>
            <a:graphicFrameLocks noGrp="1"/>
          </p:cNvGraphicFramePr>
          <p:nvPr>
            <p:extLst>
              <p:ext uri="{D42A27DB-BD31-4B8C-83A1-F6EECF244321}">
                <p14:modId xmlns:p14="http://schemas.microsoft.com/office/powerpoint/2010/main" val="740852278"/>
              </p:ext>
            </p:extLst>
          </p:nvPr>
        </p:nvGraphicFramePr>
        <p:xfrm>
          <a:off x="1137629" y="2856005"/>
          <a:ext cx="6440218" cy="1524000"/>
        </p:xfrm>
        <a:graphic>
          <a:graphicData uri="http://schemas.openxmlformats.org/drawingml/2006/table">
            <a:tbl>
              <a:tblPr firstRow="1" firstCol="1" bandRow="1">
                <a:tableStyleId>{5C22544A-7EE6-4342-B048-85BDC9FD1C3A}</a:tableStyleId>
              </a:tblPr>
              <a:tblGrid>
                <a:gridCol w="2709752">
                  <a:extLst>
                    <a:ext uri="{9D8B030D-6E8A-4147-A177-3AD203B41FA5}">
                      <a16:colId xmlns:a16="http://schemas.microsoft.com/office/drawing/2014/main" val="657821068"/>
                    </a:ext>
                  </a:extLst>
                </a:gridCol>
                <a:gridCol w="3730466">
                  <a:extLst>
                    <a:ext uri="{9D8B030D-6E8A-4147-A177-3AD203B41FA5}">
                      <a16:colId xmlns:a16="http://schemas.microsoft.com/office/drawing/2014/main" val="3546035643"/>
                    </a:ext>
                  </a:extLst>
                </a:gridCol>
              </a:tblGrid>
              <a:tr h="381000">
                <a:tc>
                  <a:txBody>
                    <a:bodyPr/>
                    <a:lstStyle/>
                    <a:p>
                      <a:pPr fontAlgn="base">
                        <a:lnSpc>
                          <a:spcPct val="107000"/>
                        </a:lnSpc>
                        <a:spcAft>
                          <a:spcPts val="0"/>
                        </a:spcAft>
                      </a:pPr>
                      <a:r>
                        <a:rPr lang="en-US" sz="1100" dirty="0">
                          <a:effectLst/>
                        </a:rPr>
                        <a:t>eUICC Product Name</a:t>
                      </a: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fontAlgn="base">
                        <a:lnSpc>
                          <a:spcPct val="107000"/>
                        </a:lnSpc>
                        <a:spcAft>
                          <a:spcPts val="0"/>
                        </a:spcAft>
                      </a:pPr>
                      <a:r>
                        <a:rPr lang="en-GB" sz="1000" b="0" kern="1200" dirty="0">
                          <a:solidFill>
                            <a:schemeClr val="dk1"/>
                          </a:solidFill>
                          <a:effectLst/>
                          <a:latin typeface="+mn-lt"/>
                          <a:ea typeface="+mn-ea"/>
                          <a:cs typeface="+mn-cs"/>
                        </a:rPr>
                        <a:t>[Model Name or Number as found on the device or packaging]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50361209"/>
                  </a:ext>
                </a:extLst>
              </a:tr>
              <a:tr h="381000">
                <a:tc>
                  <a:txBody>
                    <a:bodyPr/>
                    <a:lstStyle/>
                    <a:p>
                      <a:pPr fontAlgn="base">
                        <a:lnSpc>
                          <a:spcPct val="107000"/>
                        </a:lnSpc>
                        <a:spcAft>
                          <a:spcPts val="0"/>
                        </a:spcAft>
                      </a:pPr>
                      <a:r>
                        <a:rPr lang="en-US" sz="1100" dirty="0">
                          <a:effectLst/>
                        </a:rPr>
                        <a:t>eUICC Marketing Name</a:t>
                      </a: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fontAlgn="base">
                        <a:lnSpc>
                          <a:spcPct val="107000"/>
                        </a:lnSpc>
                        <a:spcAft>
                          <a:spcPts val="0"/>
                        </a:spcAft>
                      </a:pPr>
                      <a:r>
                        <a:rPr lang="en-GB" sz="1000" dirty="0">
                          <a:effectLst/>
                        </a:rPr>
                        <a:t>[Product name as known by the customer]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143926"/>
                  </a:ext>
                </a:extLst>
              </a:tr>
              <a:tr h="381000">
                <a:tc>
                  <a:txBody>
                    <a:bodyPr/>
                    <a:lstStyle/>
                    <a:p>
                      <a:pPr fontAlgn="base">
                        <a:lnSpc>
                          <a:spcPct val="107000"/>
                        </a:lnSpc>
                        <a:spcAft>
                          <a:spcPts val="0"/>
                        </a:spcAft>
                      </a:pPr>
                      <a:r>
                        <a:rPr lang="en-US" sz="1100" dirty="0">
                          <a:effectLst/>
                        </a:rPr>
                        <a:t>New Software version</a:t>
                      </a: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fontAlgn="base">
                        <a:lnSpc>
                          <a:spcPct val="107000"/>
                        </a:lnSpc>
                        <a:spcAft>
                          <a:spcPts val="0"/>
                        </a:spcAft>
                      </a:pPr>
                      <a:r>
                        <a:rPr lang="en-GB" sz="1000" dirty="0">
                          <a:effectLst/>
                        </a:rPr>
                        <a:t>[The initial SW version(s) used for M2M compliance for this declaration]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9791081"/>
                  </a:ext>
                </a:extLst>
              </a:tr>
              <a:tr h="381000">
                <a:tc>
                  <a:txBody>
                    <a:bodyPr/>
                    <a:lstStyle/>
                    <a:p>
                      <a:pPr fontAlgn="base">
                        <a:lnSpc>
                          <a:spcPct val="107000"/>
                        </a:lnSpc>
                        <a:spcAft>
                          <a:spcPts val="0"/>
                        </a:spcAft>
                      </a:pPr>
                      <a:r>
                        <a:rPr lang="en-US" sz="1100" dirty="0">
                          <a:effectLst/>
                        </a:rPr>
                        <a:t>Other:</a:t>
                      </a: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fontAlgn="base">
                        <a:lnSpc>
                          <a:spcPct val="107000"/>
                        </a:lnSpc>
                        <a:spcAft>
                          <a:spcPts val="0"/>
                        </a:spcAft>
                      </a:pPr>
                      <a:r>
                        <a:rPr lang="en-GB" sz="1000" dirty="0">
                          <a:effectLst/>
                        </a:rPr>
                        <a:t>[Details of any other information related to this eUICC]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58945092"/>
                  </a:ext>
                </a:extLst>
              </a:tr>
            </a:tbl>
          </a:graphicData>
        </a:graphic>
      </p:graphicFrame>
      <p:graphicFrame>
        <p:nvGraphicFramePr>
          <p:cNvPr id="8" name="Table 7">
            <a:extLst>
              <a:ext uri="{FF2B5EF4-FFF2-40B4-BE49-F238E27FC236}">
                <a16:creationId xmlns:a16="http://schemas.microsoft.com/office/drawing/2014/main" id="{D7CF23A7-7EA2-E699-8AF1-A665CD6143CE}"/>
              </a:ext>
            </a:extLst>
          </p:cNvPr>
          <p:cNvGraphicFramePr>
            <a:graphicFrameLocks noGrp="1"/>
          </p:cNvGraphicFramePr>
          <p:nvPr>
            <p:extLst>
              <p:ext uri="{D42A27DB-BD31-4B8C-83A1-F6EECF244321}">
                <p14:modId xmlns:p14="http://schemas.microsoft.com/office/powerpoint/2010/main" val="3025720130"/>
              </p:ext>
            </p:extLst>
          </p:nvPr>
        </p:nvGraphicFramePr>
        <p:xfrm>
          <a:off x="1143979" y="5098948"/>
          <a:ext cx="6433868" cy="1201613"/>
        </p:xfrm>
        <a:graphic>
          <a:graphicData uri="http://schemas.openxmlformats.org/drawingml/2006/table">
            <a:tbl>
              <a:tblPr firstRow="1" firstCol="1" bandRow="1">
                <a:tableStyleId>{5C22544A-7EE6-4342-B048-85BDC9FD1C3A}</a:tableStyleId>
              </a:tblPr>
              <a:tblGrid>
                <a:gridCol w="3345611">
                  <a:extLst>
                    <a:ext uri="{9D8B030D-6E8A-4147-A177-3AD203B41FA5}">
                      <a16:colId xmlns:a16="http://schemas.microsoft.com/office/drawing/2014/main" val="2620489490"/>
                    </a:ext>
                  </a:extLst>
                </a:gridCol>
                <a:gridCol w="3088257">
                  <a:extLst>
                    <a:ext uri="{9D8B030D-6E8A-4147-A177-3AD203B41FA5}">
                      <a16:colId xmlns:a16="http://schemas.microsoft.com/office/drawing/2014/main" val="127686566"/>
                    </a:ext>
                  </a:extLst>
                </a:gridCol>
              </a:tblGrid>
              <a:tr h="0">
                <a:tc>
                  <a:txBody>
                    <a:bodyPr/>
                    <a:lstStyle/>
                    <a:p>
                      <a:pPr algn="ctr" fontAlgn="base">
                        <a:lnSpc>
                          <a:spcPct val="107000"/>
                        </a:lnSpc>
                        <a:spcAft>
                          <a:spcPts val="0"/>
                        </a:spcAft>
                      </a:pPr>
                      <a:r>
                        <a:rPr lang="en-US" sz="1100" dirty="0">
                          <a:effectLst/>
                        </a:rPr>
                        <a:t>eUICC change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fontAlgn="base">
                        <a:lnSpc>
                          <a:spcPct val="107000"/>
                        </a:lnSpc>
                        <a:spcAft>
                          <a:spcPts val="0"/>
                        </a:spcAft>
                      </a:pPr>
                      <a:r>
                        <a:rPr lang="en-US" sz="1100" dirty="0">
                          <a:effectLst/>
                        </a:rPr>
                        <a:t>Impact Assessment (Security/functional/None…)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4111471309"/>
                  </a:ext>
                </a:extLst>
              </a:tr>
              <a:tr h="0">
                <a:tc>
                  <a:txBody>
                    <a:bodyPr/>
                    <a:lstStyle/>
                    <a:p>
                      <a:pPr fontAlgn="base">
                        <a:lnSpc>
                          <a:spcPct val="107000"/>
                        </a:lnSpc>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base">
                        <a:lnSpc>
                          <a:spcPct val="107000"/>
                        </a:lnSpc>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0864084"/>
                  </a:ext>
                </a:extLst>
              </a:tr>
              <a:tr h="0">
                <a:tc>
                  <a:txBody>
                    <a:bodyPr/>
                    <a:lstStyle/>
                    <a:p>
                      <a:pPr fontAlgn="base">
                        <a:lnSpc>
                          <a:spcPct val="107000"/>
                        </a:lnSpc>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base">
                        <a:lnSpc>
                          <a:spcPct val="107000"/>
                        </a:lnSpc>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3364617"/>
                  </a:ext>
                </a:extLst>
              </a:tr>
              <a:tr h="0">
                <a:tc>
                  <a:txBody>
                    <a:bodyPr/>
                    <a:lstStyle/>
                    <a:p>
                      <a:pPr fontAlgn="base">
                        <a:lnSpc>
                          <a:spcPct val="107000"/>
                        </a:lnSpc>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base">
                        <a:lnSpc>
                          <a:spcPct val="107000"/>
                        </a:lnSpc>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4391161"/>
                  </a:ext>
                </a:extLst>
              </a:tr>
              <a:tr h="0">
                <a:tc>
                  <a:txBody>
                    <a:bodyPr/>
                    <a:lstStyle/>
                    <a:p>
                      <a:pPr fontAlgn="base">
                        <a:lnSpc>
                          <a:spcPct val="107000"/>
                        </a:lnSpc>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base">
                        <a:lnSpc>
                          <a:spcPct val="107000"/>
                        </a:lnSpc>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3974572"/>
                  </a:ext>
                </a:extLst>
              </a:tr>
              <a:tr h="0">
                <a:tc>
                  <a:txBody>
                    <a:bodyPr/>
                    <a:lstStyle/>
                    <a:p>
                      <a:pPr fontAlgn="base">
                        <a:lnSpc>
                          <a:spcPct val="107000"/>
                        </a:lnSpc>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fontAlgn="base">
                        <a:lnSpc>
                          <a:spcPct val="107000"/>
                        </a:lnSpc>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6588612"/>
                  </a:ext>
                </a:extLst>
              </a:tr>
            </a:tbl>
          </a:graphicData>
        </a:graphic>
      </p:graphicFrame>
      <p:graphicFrame>
        <p:nvGraphicFramePr>
          <p:cNvPr id="9" name="Table 8">
            <a:extLst>
              <a:ext uri="{FF2B5EF4-FFF2-40B4-BE49-F238E27FC236}">
                <a16:creationId xmlns:a16="http://schemas.microsoft.com/office/drawing/2014/main" id="{E2A36703-8FB6-4809-5CC1-FA89C8A4A9C3}"/>
              </a:ext>
            </a:extLst>
          </p:cNvPr>
          <p:cNvGraphicFramePr>
            <a:graphicFrameLocks noGrp="1"/>
          </p:cNvGraphicFramePr>
          <p:nvPr>
            <p:extLst>
              <p:ext uri="{D42A27DB-BD31-4B8C-83A1-F6EECF244321}">
                <p14:modId xmlns:p14="http://schemas.microsoft.com/office/powerpoint/2010/main" val="3536188831"/>
              </p:ext>
            </p:extLst>
          </p:nvPr>
        </p:nvGraphicFramePr>
        <p:xfrm>
          <a:off x="1137629" y="1690392"/>
          <a:ext cx="6440218" cy="762000"/>
        </p:xfrm>
        <a:graphic>
          <a:graphicData uri="http://schemas.openxmlformats.org/drawingml/2006/table">
            <a:tbl>
              <a:tblPr firstRow="1" firstCol="1" bandRow="1">
                <a:tableStyleId>{5C22544A-7EE6-4342-B048-85BDC9FD1C3A}</a:tableStyleId>
              </a:tblPr>
              <a:tblGrid>
                <a:gridCol w="2819598">
                  <a:extLst>
                    <a:ext uri="{9D8B030D-6E8A-4147-A177-3AD203B41FA5}">
                      <a16:colId xmlns:a16="http://schemas.microsoft.com/office/drawing/2014/main" val="3991931033"/>
                    </a:ext>
                  </a:extLst>
                </a:gridCol>
                <a:gridCol w="3620620">
                  <a:extLst>
                    <a:ext uri="{9D8B030D-6E8A-4147-A177-3AD203B41FA5}">
                      <a16:colId xmlns:a16="http://schemas.microsoft.com/office/drawing/2014/main" val="486313467"/>
                    </a:ext>
                  </a:extLst>
                </a:gridCol>
              </a:tblGrid>
              <a:tr h="381000">
                <a:tc>
                  <a:txBody>
                    <a:bodyPr/>
                    <a:lstStyle/>
                    <a:p>
                      <a:pPr fontAlgn="base">
                        <a:lnSpc>
                          <a:spcPct val="107000"/>
                        </a:lnSpc>
                        <a:spcAft>
                          <a:spcPts val="0"/>
                        </a:spcAft>
                      </a:pPr>
                      <a:r>
                        <a:rPr lang="en-US" sz="1100" dirty="0">
                          <a:effectLst/>
                        </a:rPr>
                        <a:t>RSP or M2M Reference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fontAlgn="base">
                        <a:lnSpc>
                          <a:spcPct val="107000"/>
                        </a:lnSpc>
                        <a:spcAft>
                          <a:spcPts val="0"/>
                        </a:spcAft>
                      </a:pPr>
                      <a:r>
                        <a:rPr lang="en-GB" sz="1000" kern="1200" dirty="0">
                          <a:solidFill>
                            <a:schemeClr val="dk1"/>
                          </a:solidFill>
                          <a:effectLst/>
                          <a:latin typeface="+mn-lt"/>
                          <a:ea typeface="+mn-ea"/>
                          <a:cs typeface="+mn-cs"/>
                        </a:rPr>
                        <a:t>[</a:t>
                      </a:r>
                      <a:r>
                        <a:rPr lang="en-GB" sz="1000" b="0" kern="1200" dirty="0">
                          <a:solidFill>
                            <a:schemeClr val="dk1"/>
                          </a:solidFill>
                          <a:effectLst/>
                          <a:latin typeface="+mn-lt"/>
                          <a:ea typeface="+mn-ea"/>
                          <a:cs typeface="+mn-cs"/>
                        </a:rPr>
                        <a:t>Compliance Product Reference of eUICC as per GSMA list on InfoCentre2]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3021286"/>
                  </a:ext>
                </a:extLst>
              </a:tr>
              <a:tr h="381000">
                <a:tc>
                  <a:txBody>
                    <a:bodyPr/>
                    <a:lstStyle/>
                    <a:p>
                      <a:pPr fontAlgn="base">
                        <a:lnSpc>
                          <a:spcPct val="107000"/>
                        </a:lnSpc>
                        <a:spcAft>
                          <a:spcPts val="0"/>
                        </a:spcAft>
                      </a:pPr>
                      <a:r>
                        <a:rPr lang="en-US" sz="1100" dirty="0">
                          <a:effectLst/>
                        </a:rPr>
                        <a:t>Compliance Reference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fontAlgn="base">
                        <a:lnSpc>
                          <a:spcPct val="107000"/>
                        </a:lnSpc>
                        <a:spcAft>
                          <a:spcPts val="0"/>
                        </a:spcAft>
                      </a:pPr>
                      <a:r>
                        <a:rPr lang="en-GB" sz="1000" dirty="0">
                          <a:effectLst/>
                        </a:rPr>
                        <a:t>[Compliance Reference of eUICC as per the GSMA confirmation of PKI certificate issuance]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3206788"/>
                  </a:ext>
                </a:extLst>
              </a:tr>
            </a:tbl>
          </a:graphicData>
        </a:graphic>
      </p:graphicFrame>
      <p:sp>
        <p:nvSpPr>
          <p:cNvPr id="10" name="TextBox 9">
            <a:extLst>
              <a:ext uri="{FF2B5EF4-FFF2-40B4-BE49-F238E27FC236}">
                <a16:creationId xmlns:a16="http://schemas.microsoft.com/office/drawing/2014/main" id="{2B2B55D2-0D7D-19ED-3B49-6C12DB25F66B}"/>
              </a:ext>
            </a:extLst>
          </p:cNvPr>
          <p:cNvSpPr txBox="1"/>
          <p:nvPr/>
        </p:nvSpPr>
        <p:spPr>
          <a:xfrm>
            <a:off x="1065179" y="1308121"/>
            <a:ext cx="6211111" cy="369332"/>
          </a:xfrm>
          <a:prstGeom prst="rect">
            <a:avLst/>
          </a:prstGeom>
          <a:noFill/>
        </p:spPr>
        <p:txBody>
          <a:bodyPr wrap="square" rtlCol="0">
            <a:spAutoFit/>
          </a:bodyPr>
          <a:lstStyle/>
          <a:p>
            <a:r>
              <a:rPr lang="en-GB" altLang="en-US" b="1" dirty="0">
                <a:solidFill>
                  <a:schemeClr val="accent6"/>
                </a:solidFill>
                <a:latin typeface="+mj-lt"/>
                <a:ea typeface="Times New Roman" panose="02020603050405020304" pitchFamily="18" charset="0"/>
                <a:cs typeface="Arial" panose="020B0604020202020204" pitchFamily="34" charset="0"/>
              </a:rPr>
              <a:t>GSMA Compliance Product Reference of eUICC</a:t>
            </a:r>
            <a:endParaRPr lang="en-GB" dirty="0">
              <a:solidFill>
                <a:schemeClr val="accent6"/>
              </a:solidFill>
              <a:latin typeface="+mj-lt"/>
            </a:endParaRPr>
          </a:p>
        </p:txBody>
      </p:sp>
      <p:sp>
        <p:nvSpPr>
          <p:cNvPr id="11" name="TextBox 10">
            <a:extLst>
              <a:ext uri="{FF2B5EF4-FFF2-40B4-BE49-F238E27FC236}">
                <a16:creationId xmlns:a16="http://schemas.microsoft.com/office/drawing/2014/main" id="{BC27C883-AF01-A60B-2993-56D078665ED1}"/>
              </a:ext>
            </a:extLst>
          </p:cNvPr>
          <p:cNvSpPr txBox="1"/>
          <p:nvPr/>
        </p:nvSpPr>
        <p:spPr>
          <a:xfrm>
            <a:off x="1027889" y="2486673"/>
            <a:ext cx="7373566" cy="369332"/>
          </a:xfrm>
          <a:prstGeom prst="rect">
            <a:avLst/>
          </a:prstGeom>
          <a:noFill/>
        </p:spPr>
        <p:txBody>
          <a:bodyPr wrap="square" rtlCol="0">
            <a:spAutoFit/>
          </a:bodyPr>
          <a:lstStyle/>
          <a:p>
            <a:r>
              <a:rPr lang="en-GB" altLang="en-US" b="1" dirty="0">
                <a:solidFill>
                  <a:schemeClr val="accent6"/>
                </a:solidFill>
                <a:latin typeface="+mj-lt"/>
                <a:ea typeface="Times New Roman" panose="02020603050405020304" pitchFamily="18" charset="0"/>
                <a:cs typeface="Arial" panose="020B0604020202020204" pitchFamily="34" charset="0"/>
              </a:rPr>
              <a:t>General Product Information as provided in declaration form  </a:t>
            </a:r>
            <a:endParaRPr lang="en-GB" b="1" dirty="0">
              <a:solidFill>
                <a:schemeClr val="accent6"/>
              </a:solidFill>
              <a:latin typeface="+mj-lt"/>
              <a:ea typeface="Times New Roman" panose="02020603050405020304" pitchFamily="18" charset="0"/>
              <a:cs typeface="Arial" panose="020B0604020202020204" pitchFamily="34" charset="0"/>
            </a:endParaRPr>
          </a:p>
        </p:txBody>
      </p:sp>
      <p:sp>
        <p:nvSpPr>
          <p:cNvPr id="12" name="TextBox 11">
            <a:extLst>
              <a:ext uri="{FF2B5EF4-FFF2-40B4-BE49-F238E27FC236}">
                <a16:creationId xmlns:a16="http://schemas.microsoft.com/office/drawing/2014/main" id="{1AD418AC-EB91-F482-29B7-8905C4B852AF}"/>
              </a:ext>
            </a:extLst>
          </p:cNvPr>
          <p:cNvSpPr txBox="1"/>
          <p:nvPr/>
        </p:nvSpPr>
        <p:spPr>
          <a:xfrm>
            <a:off x="1065179" y="4465536"/>
            <a:ext cx="10299820" cy="523220"/>
          </a:xfrm>
          <a:prstGeom prst="rect">
            <a:avLst/>
          </a:prstGeom>
          <a:noFill/>
        </p:spPr>
        <p:txBody>
          <a:bodyPr wrap="square" rtlCol="0">
            <a:spAutoFit/>
          </a:bodyPr>
          <a:lstStyle/>
          <a:p>
            <a:pPr lvl="0" eaLnBrk="0" fontAlgn="base" hangingPunct="0">
              <a:spcBef>
                <a:spcPct val="0"/>
              </a:spcBef>
              <a:spcAft>
                <a:spcPct val="0"/>
              </a:spcAft>
            </a:pPr>
            <a:r>
              <a:rPr lang="en-GB" altLang="en-US" sz="1400" b="1" dirty="0">
                <a:solidFill>
                  <a:schemeClr val="accent6"/>
                </a:solidFill>
                <a:latin typeface="+mj-lt"/>
                <a:ea typeface="Times New Roman" panose="02020603050405020304" pitchFamily="18" charset="0"/>
                <a:cs typeface="Arial" panose="020B0604020202020204" pitchFamily="34" charset="0"/>
              </a:rPr>
              <a:t>Description of changes that do not impact GSMA compliance requirements </a:t>
            </a:r>
            <a:r>
              <a:rPr lang="en-GB" altLang="en-US" sz="1600" b="1" dirty="0">
                <a:latin typeface="Calibri" panose="020F0502020204030204" pitchFamily="34" charset="0"/>
                <a:ea typeface="Times New Roman" panose="02020603050405020304" pitchFamily="18" charset="0"/>
                <a:cs typeface="Arial" panose="020B0604020202020204" pitchFamily="34" charset="0"/>
              </a:rPr>
              <a:t> </a:t>
            </a:r>
            <a:endParaRPr lang="en-GB" altLang="en-US" sz="600" dirty="0"/>
          </a:p>
          <a:p>
            <a:pPr lvl="0" eaLnBrk="0" fontAlgn="base" hangingPunct="0">
              <a:spcBef>
                <a:spcPct val="0"/>
              </a:spcBef>
              <a:spcAft>
                <a:spcPct val="0"/>
              </a:spcAft>
            </a:pPr>
            <a:r>
              <a:rPr lang="en-GB" altLang="en-US" sz="1200" dirty="0">
                <a:latin typeface="+mj-lt"/>
                <a:ea typeface="SimSun" panose="02010600030101010101" pitchFamily="2" charset="-122"/>
                <a:cs typeface="Arial" panose="020B0604020202020204" pitchFamily="34" charset="0"/>
              </a:rPr>
              <a:t>Please list the changes made to the eUICC product as well as potential impact on the eUICCs deployed on the field. </a:t>
            </a:r>
            <a:endParaRPr lang="en-GB" sz="1400" dirty="0"/>
          </a:p>
        </p:txBody>
      </p:sp>
    </p:spTree>
    <p:extLst>
      <p:ext uri="{BB962C8B-B14F-4D97-AF65-F5344CB8AC3E}">
        <p14:creationId xmlns:p14="http://schemas.microsoft.com/office/powerpoint/2010/main" val="16950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44BB-F881-E538-59E4-64A1AF2B49C4}"/>
              </a:ext>
            </a:extLst>
          </p:cNvPr>
          <p:cNvSpPr>
            <a:spLocks noGrp="1"/>
          </p:cNvSpPr>
          <p:nvPr>
            <p:ph type="title"/>
          </p:nvPr>
        </p:nvSpPr>
        <p:spPr/>
        <p:txBody>
          <a:bodyPr/>
          <a:lstStyle/>
          <a:p>
            <a:r>
              <a:rPr lang="en-GB" dirty="0"/>
              <a:t>Legal Disclosure </a:t>
            </a:r>
            <a:endParaRPr lang="es-ES_tradnl" dirty="0"/>
          </a:p>
        </p:txBody>
      </p:sp>
      <p:sp>
        <p:nvSpPr>
          <p:cNvPr id="3" name="Content Placeholder 2">
            <a:extLst>
              <a:ext uri="{FF2B5EF4-FFF2-40B4-BE49-F238E27FC236}">
                <a16:creationId xmlns:a16="http://schemas.microsoft.com/office/drawing/2014/main" id="{B4A3DE93-1AB8-F2AB-D515-55E657C493EC}"/>
              </a:ext>
            </a:extLst>
          </p:cNvPr>
          <p:cNvSpPr>
            <a:spLocks noGrp="1"/>
          </p:cNvSpPr>
          <p:nvPr>
            <p:ph idx="1"/>
          </p:nvPr>
        </p:nvSpPr>
        <p:spPr>
          <a:xfrm>
            <a:off x="440560" y="1522369"/>
            <a:ext cx="11309418" cy="4379119"/>
          </a:xfrm>
        </p:spPr>
        <p:txBody>
          <a:bodyPr/>
          <a:lstStyle/>
          <a:p>
            <a:r>
              <a:rPr lang="en-GB" sz="2400" b="0" dirty="0">
                <a:solidFill>
                  <a:schemeClr val="tx1"/>
                </a:solidFill>
              </a:rPr>
              <a:t>There are two legal disclosures within the document:</a:t>
            </a:r>
          </a:p>
          <a:p>
            <a:endParaRPr lang="en-GB" sz="2400" b="0" dirty="0">
              <a:solidFill>
                <a:schemeClr val="tx1"/>
              </a:solidFill>
            </a:endParaRPr>
          </a:p>
          <a:p>
            <a:pPr marL="514350" indent="-514350">
              <a:buFont typeface="+mj-lt"/>
              <a:buAutoNum type="arabicPeriod"/>
            </a:pPr>
            <a:r>
              <a:rPr lang="en-GB" sz="2400" b="0" i="1" dirty="0">
                <a:solidFill>
                  <a:schemeClr val="tx1"/>
                </a:solidFill>
              </a:rPr>
              <a:t>This information is provided under the GSMA mutual non-disclosure agreement. If additional confidentiality is required please mark the appropriate fields as confidential.</a:t>
            </a:r>
          </a:p>
          <a:p>
            <a:pPr marL="514350" indent="-514350">
              <a:buFont typeface="+mj-lt"/>
              <a:buAutoNum type="arabicPeriod"/>
            </a:pPr>
            <a:endParaRPr lang="en-GB" sz="2400" b="0" i="1" dirty="0">
              <a:solidFill>
                <a:schemeClr val="tx1"/>
              </a:solidFill>
            </a:endParaRPr>
          </a:p>
          <a:p>
            <a:pPr marL="514350" indent="-514350">
              <a:buFont typeface="+mj-lt"/>
              <a:buAutoNum type="arabicPeriod"/>
            </a:pPr>
            <a:r>
              <a:rPr lang="en-GB" sz="2400" b="0" i="1" dirty="0">
                <a:solidFill>
                  <a:schemeClr val="tx1"/>
                </a:solidFill>
              </a:rPr>
              <a:t>This declaration is issued under the sole responsibility of the EUM Product Vendor named above. The product, as described in the associated product reference, is in compliance with the requirements and technical implementation defined in the referenced GSMA PRD SGP.01 and GSMA PRD SGP.02 or GSMA PRD SGP.21 and GSMA PRD SGP.22 specifications as previously declared within GSMA PRD SGP.16 or GSMA PRD SGP.24 associated declaration forms.    </a:t>
            </a:r>
          </a:p>
          <a:p>
            <a:endParaRPr lang="es-ES_tradnl" b="0" dirty="0">
              <a:solidFill>
                <a:schemeClr val="tx1"/>
              </a:solidFill>
            </a:endParaRPr>
          </a:p>
        </p:txBody>
      </p:sp>
      <p:sp>
        <p:nvSpPr>
          <p:cNvPr id="4" name="Footer Placeholder 3">
            <a:extLst>
              <a:ext uri="{FF2B5EF4-FFF2-40B4-BE49-F238E27FC236}">
                <a16:creationId xmlns:a16="http://schemas.microsoft.com/office/drawing/2014/main" id="{0EE7EA6D-A477-7989-6601-6C69C5D4E81E}"/>
              </a:ext>
            </a:extLst>
          </p:cNvPr>
          <p:cNvSpPr>
            <a:spLocks noGrp="1"/>
          </p:cNvSpPr>
          <p:nvPr>
            <p:ph type="ftr" sz="quarter" idx="11"/>
          </p:nvPr>
        </p:nvSpPr>
        <p:spPr/>
        <p:txBody>
          <a:bodyPr/>
          <a:lstStyle/>
          <a:p>
            <a:r>
              <a:rPr lang="en-GB"/>
              <a:t>© GSMA 2022</a:t>
            </a:r>
          </a:p>
        </p:txBody>
      </p:sp>
      <p:sp>
        <p:nvSpPr>
          <p:cNvPr id="5" name="Slide Number Placeholder 4">
            <a:extLst>
              <a:ext uri="{FF2B5EF4-FFF2-40B4-BE49-F238E27FC236}">
                <a16:creationId xmlns:a16="http://schemas.microsoft.com/office/drawing/2014/main" id="{1A5F92D1-E3B9-3B0D-0E0C-8FA3308C5EE8}"/>
              </a:ext>
            </a:extLst>
          </p:cNvPr>
          <p:cNvSpPr>
            <a:spLocks noGrp="1"/>
          </p:cNvSpPr>
          <p:nvPr>
            <p:ph type="sldNum" sz="quarter" idx="12"/>
          </p:nvPr>
        </p:nvSpPr>
        <p:spPr/>
        <p:txBody>
          <a:bodyPr/>
          <a:lstStyle/>
          <a:p>
            <a:fld id="{B51C77D3-387C-4881-A960-1F7F91E3F80B}" type="slidenum">
              <a:rPr lang="en-GB" smtClean="0"/>
              <a:t>5</a:t>
            </a:fld>
            <a:endParaRPr lang="en-GB"/>
          </a:p>
        </p:txBody>
      </p:sp>
    </p:spTree>
    <p:extLst>
      <p:ext uri="{BB962C8B-B14F-4D97-AF65-F5344CB8AC3E}">
        <p14:creationId xmlns:p14="http://schemas.microsoft.com/office/powerpoint/2010/main" val="492343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GSMA">
  <a:themeElements>
    <a:clrScheme name="GSMA Colours">
      <a:dk1>
        <a:srgbClr val="5C5C5C"/>
      </a:dk1>
      <a:lt1>
        <a:srgbClr val="FFFFFF"/>
      </a:lt1>
      <a:dk2>
        <a:srgbClr val="262626"/>
      </a:dk2>
      <a:lt2>
        <a:srgbClr val="FFFFFF"/>
      </a:lt2>
      <a:accent1>
        <a:srgbClr val="FF0000"/>
      </a:accent1>
      <a:accent2>
        <a:srgbClr val="000000"/>
      </a:accent2>
      <a:accent3>
        <a:srgbClr val="94C0BE"/>
      </a:accent3>
      <a:accent4>
        <a:srgbClr val="878787"/>
      </a:accent4>
      <a:accent5>
        <a:srgbClr val="FF0000"/>
      </a:accent5>
      <a:accent6>
        <a:srgbClr val="000000"/>
      </a:accent6>
      <a:hlink>
        <a:srgbClr val="94C0BE"/>
      </a:hlink>
      <a:folHlink>
        <a:srgbClr val="878787"/>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a:noFill/>
        </a:ln>
      </a:spPr>
      <a:bodyPr rtlCol="0" anchor="ctr"/>
      <a:lstStyle>
        <a:defPPr algn="ctr">
          <a:defRPr sz="1200" dirty="0" smtClean="0">
            <a:solidFill>
              <a:schemeClr val="accent2"/>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GSMA">
  <a:themeElements>
    <a:clrScheme name="GSMA">
      <a:dk1>
        <a:sysClr val="windowText" lastClr="000000"/>
      </a:dk1>
      <a:lt1>
        <a:sysClr val="window" lastClr="FFFFFF"/>
      </a:lt1>
      <a:dk2>
        <a:srgbClr val="878787"/>
      </a:dk2>
      <a:lt2>
        <a:srgbClr val="F0F0F0"/>
      </a:lt2>
      <a:accent1>
        <a:srgbClr val="750A22"/>
      </a:accent1>
      <a:accent2>
        <a:srgbClr val="970725"/>
      </a:accent2>
      <a:accent3>
        <a:srgbClr val="BA0328"/>
      </a:accent3>
      <a:accent4>
        <a:srgbClr val="DC002B"/>
      </a:accent4>
      <a:accent5>
        <a:srgbClr val="CF3944"/>
      </a:accent5>
      <a:accent6>
        <a:srgbClr val="DF4C62"/>
      </a:accent6>
      <a:hlink>
        <a:srgbClr val="000000"/>
      </a:hlink>
      <a:folHlink>
        <a:srgbClr val="878787"/>
      </a:folHlink>
    </a:clrScheme>
    <a:fontScheme name="GSMA">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GroupDocument_ItemAdded</Name>
    <Synchronization>Synchronous</Synchronization>
    <Type>10001</Type>
    <SequenceNumber>101</SequenceNumber>
    <Assembly>Concentra.GSMA.Infocentre2, Version=1.0.0.0, Culture=neutral, PublicKeyToken=c190f15a35a842aa</Assembly>
    <Class>Concentra.GSMA.Infocentre2.Content_Types.EventReceivers.GroupDocumentEventReceiver</Class>
    <Data/>
    <Filter/>
  </Receiver>
  <Receiver>
    <Name>GroupDocument_ItemUpdated</Name>
    <Synchronization>Synchronous</Synchronization>
    <Type>10002</Type>
    <SequenceNumber>103</SequenceNumber>
    <Assembly>Concentra.GSMA.Infocentre2, Version=1.0.0.0, Culture=neutral, PublicKeyToken=c190f15a35a842aa</Assembly>
    <Class>Concentra.GSMA.Infocentre2.Content_Types.EventReceivers.GroupDocumentEventReceiver</Class>
    <Data/>
    <Filter/>
  </Receiver>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Group Document" ma:contentTypeID="0x010100EC728DFF17A841B193288BA44365FF7000B94428117C9D4ABEAE546B343679976600ACDBF4E2DAA944C2AE01FEAD255A01F60080015D58E5CCB244BC4A0FAD020AA396" ma:contentTypeVersion="3" ma:contentTypeDescription="Group Document Content Type" ma:contentTypeScope="" ma:versionID="6350f90ac2b15d3e814e939083351e94">
  <xsd:schema xmlns:xsd="http://www.w3.org/2001/XMLSchema" xmlns:xs="http://www.w3.org/2001/XMLSchema" xmlns:p="http://schemas.microsoft.com/office/2006/metadata/properties" xmlns:ns2="ADEDD60E-22E2-4049-BE99-80A2BB237DD5" xmlns:ns3="54cf9ea2-8b24-4a35-a789-c10402c86061" targetNamespace="http://schemas.microsoft.com/office/2006/metadata/properties" ma:root="true" ma:fieldsID="e4ce967190b1a14a61f6d48534ccb48d" ns2:_="" ns3:_="">
    <xsd:import namespace="ADEDD60E-22E2-4049-BE99-80A2BB237DD5"/>
    <xsd:import namespace="54cf9ea2-8b24-4a35-a789-c10402c86061"/>
    <xsd:element name="properties">
      <xsd:complexType>
        <xsd:sequence>
          <xsd:element name="documentManagement">
            <xsd:complexType>
              <xsd:all>
                <xsd:element ref="ns2:GSMATitle" minOccurs="0"/>
                <xsd:element ref="ns2:GSMAKBCategoryTaxHTField0" minOccurs="0"/>
                <xsd:element ref="ns2:GSMADocumentTypeTaxHTField0" minOccurs="0"/>
                <xsd:element ref="ns2:GSMASecurityGroup"/>
                <xsd:element ref="ns2:GSMADocumentOwner" minOccurs="0"/>
                <xsd:element ref="ns2:GSMARelatedDiscussion" minOccurs="0"/>
                <xsd:element ref="ns2:GSMADocumentCreatedDate" minOccurs="0"/>
                <xsd:element ref="ns2:GSMADocumentCreatedBy" minOccurs="0"/>
                <xsd:element ref="ns2:GSMATemplateNumber" minOccurs="0"/>
                <xsd:element ref="ns2:GSMATemplateConversionStatus" minOccurs="0"/>
                <xsd:element ref="ns2:GSMAMeetingNameAndNumberText" minOccurs="0"/>
                <xsd:element ref="ns2:GSMAMeetingNameAndNumber" minOccurs="0"/>
                <xsd:element ref="ns2:GSMAMeetingItemNumber" minOccurs="0"/>
                <xsd:element ref="ns2:GSMAMeetingDate" minOccurs="0"/>
                <xsd:element ref="ns2:GSMAMeetingLocation" minOccurs="0"/>
                <xsd:element ref="ns2:GSMAMeetingNameAndNumberLocal" minOccurs="0"/>
                <xsd:element ref="ns2:GSMAMeetingItemNumberLocal" minOccurs="0"/>
                <xsd:element ref="ns2:GSMAItemFor" minOccurs="0"/>
                <xsd:element ref="ns2:GSMADocumentNumber" minOccurs="0"/>
                <xsd:element ref="ns2:GSMAShowInGeneralView" minOccurs="0"/>
                <xsd:element ref="ns2:GSMASummary" minOccurs="0"/>
                <xsd:element ref="ns2:GSMAListOfContributors" minOccurs="0"/>
                <xsd:element ref="ns3:_dlc_DocId" minOccurs="0"/>
                <xsd:element ref="ns3:_dlc_DocIdUrl" minOccurs="0"/>
                <xsd:element ref="ns3:_dlc_DocIdPersistId"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EDD60E-22E2-4049-BE99-80A2BB237DD5" elementFormDefault="qualified">
    <xsd:import namespace="http://schemas.microsoft.com/office/2006/documentManagement/types"/>
    <xsd:import namespace="http://schemas.microsoft.com/office/infopath/2007/PartnerControls"/>
    <xsd:element name="GSMATitle" ma:index="8" nillable="true" ma:displayName="Document Title" ma:internalName="GSMATitle">
      <xsd:simpleType>
        <xsd:restriction base="dms:Text"/>
      </xsd:simpleType>
    </xsd:element>
    <xsd:element name="GSMAKBCategoryTaxHTField0" ma:index="10" nillable="true" ma:taxonomy="true" ma:internalName="GSMAKBCategoryTaxHTField0" ma:taxonomyFieldName="GSMAKBCategory" ma:displayName="KB Category" ma:fieldId="{21dee129-e704-4a2f-bbcd-72336400b048}" ma:taxonomyMulti="true" ma:sspId="da14f4a6-95d7-4d6d-97ca-713f9b6ea8eb" ma:termSetId="7526875a-7b98-42d9-b6a7-9f2766f84726" ma:anchorId="00000000-0000-0000-0000-000000000000" ma:open="false" ma:isKeyword="false">
      <xsd:complexType>
        <xsd:sequence>
          <xsd:element ref="pc:Terms" minOccurs="0" maxOccurs="1"/>
        </xsd:sequence>
      </xsd:complexType>
    </xsd:element>
    <xsd:element name="GSMADocumentTypeTaxHTField0" ma:index="12" ma:taxonomy="true" ma:internalName="GSMADocumentTypeTaxHTField0" ma:taxonomyFieldName="GSMADocumentType" ma:displayName="Document Type" ma:fieldId="{34a499d2-2c5a-49b8-81ca-7ba3b22c0d34}" ma:sspId="da14f4a6-95d7-4d6d-97ca-713f9b6ea8eb" ma:termSetId="ede25075-d64e-4502-8d90-5c5d069245ca" ma:anchorId="00000000-0000-0000-0000-000000000000" ma:open="false" ma:isKeyword="false">
      <xsd:complexType>
        <xsd:sequence>
          <xsd:element ref="pc:Terms" minOccurs="0" maxOccurs="1"/>
        </xsd:sequence>
      </xsd:complexType>
    </xsd:element>
    <xsd:element name="GSMASecurityGroup" ma:index="13" ma:displayName="Security Classification" ma:internalName="GSMASecurityGroup">
      <xsd:simpleType>
        <xsd:restriction base="dms:Choice">
          <xsd:enumeration value="Non-confidential"/>
          <xsd:enumeration value="Confidential - Full, Rapporteur, Associate and Affiliate Members"/>
          <xsd:enumeration value="Confidential - Full and Rapporteur Members"/>
          <xsd:enumeration value="Confidential - Full Members"/>
          <xsd:enumeration value="Confidential - Group Members"/>
          <xsd:enumeration value="Confidential - Group Members (Full Members only)"/>
        </xsd:restriction>
      </xsd:simpleType>
    </xsd:element>
    <xsd:element name="GSMADocumentOwner" ma:index="14" nillable="true" ma:displayName="Document Owner" ma:list="UserInfo" ma:SharePointGroup="0" ma:internalName="GSMA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GSMARelatedDiscussion" ma:index="15" nillable="true" ma:displayName="Related Discussion" ma:format="Hyperlink" ma:internalName="GSMARelatedDiscussion">
      <xsd:complexType>
        <xsd:complexContent>
          <xsd:extension base="dms:URL">
            <xsd:sequence>
              <xsd:element name="Url" type="dms:ValidUrl" minOccurs="0" nillable="true"/>
              <xsd:element name="Description" type="xsd:string" nillable="true"/>
            </xsd:sequence>
          </xsd:extension>
        </xsd:complexContent>
      </xsd:complexType>
    </xsd:element>
    <xsd:element name="GSMADocumentCreatedDate" ma:index="16" nillable="true" ma:displayName="Document Creation Date" ma:internalName="GSMADocumentCreatedDate">
      <xsd:simpleType>
        <xsd:restriction base="dms:DateTime"/>
      </xsd:simpleType>
    </xsd:element>
    <xsd:element name="GSMADocumentCreatedBy" ma:index="17" nillable="true" ma:displayName="Document Author" ma:internalName="GSMADocumentCreatedBy">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GSMATemplateNumber" ma:index="18" nillable="true" ma:displayName="Template Number" ma:internalName="GSMATemplateNumber" ma:readOnly="true">
      <xsd:simpleType>
        <xsd:restriction base="dms:Text"/>
      </xsd:simpleType>
    </xsd:element>
    <xsd:element name="GSMATemplateConversionStatus" ma:index="19" nillable="true" ma:displayName="Template Conversion Status" ma:internalName="GSMATemplateConversionStatus" ma:readOnly="false">
      <xsd:simpleType>
        <xsd:restriction base="dms:Text"/>
      </xsd:simpleType>
    </xsd:element>
    <xsd:element name="GSMAMeetingNameAndNumberText" ma:index="20" nillable="true" ma:displayName="Meeting Name and Number Text" ma:internalName="GSMAMeetingNameAndNumberText">
      <xsd:simpleType>
        <xsd:restriction base="dms:Text"/>
      </xsd:simpleType>
    </xsd:element>
    <xsd:element name="GSMAMeetingNameAndNumber" ma:index="21" nillable="true" ma:displayName="Meeting Name and Number" ma:format="Hyperlink" ma:internalName="GSMAMeetingNameAndNumber">
      <xsd:complexType>
        <xsd:complexContent>
          <xsd:extension base="dms:URL">
            <xsd:sequence>
              <xsd:element name="Url" type="dms:ValidUrl" minOccurs="0" nillable="true"/>
              <xsd:element name="Description" type="xsd:string" nillable="true"/>
            </xsd:sequence>
          </xsd:extension>
        </xsd:complexContent>
      </xsd:complexType>
    </xsd:element>
    <xsd:element name="GSMAMeetingItemNumber" ma:index="22" nillable="true" ma:displayName="Meeting Document Number" ma:internalName="GSMAMeetingItemNumber">
      <xsd:simpleType>
        <xsd:restriction base="dms:Text"/>
      </xsd:simpleType>
    </xsd:element>
    <xsd:element name="GSMAMeetingDate" ma:index="23" nillable="true" ma:displayName="Meeting Date" ma:indexed="true" ma:internalName="GSMAMeetingDate">
      <xsd:simpleType>
        <xsd:restriction base="dms:DateTime"/>
      </xsd:simpleType>
    </xsd:element>
    <xsd:element name="GSMAMeetingLocation" ma:index="24" nillable="true" ma:displayName="Meeting Location" ma:internalName="GSMAMeetingLocation">
      <xsd:simpleType>
        <xsd:restriction base="dms:Text"/>
      </xsd:simpleType>
    </xsd:element>
    <xsd:element name="GSMAMeetingNameAndNumberLocal" ma:index="25" nillable="true" ma:displayName="Meeting Name and Number (Local)" ma:format="Hyperlink" ma:internalName="GSMAMeetingNameAndNumberLoca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GSMAMeetingItemNumberLocal" ma:index="26" nillable="true" ma:displayName="Meeting Document Number (Local)" ma:internalName="GSMAMeetingItemNumberLocal" ma:readOnly="true">
      <xsd:simpleType>
        <xsd:restriction base="dms:Text"/>
      </xsd:simpleType>
    </xsd:element>
    <xsd:element name="GSMAItemFor" ma:index="27" nillable="true" ma:displayName="This document is for" ma:internalName="GSMAItemFor">
      <xsd:simpleType>
        <xsd:restriction base="dms:Choice">
          <xsd:enumeration value="Approval"/>
          <xsd:enumeration value="Discussion"/>
          <xsd:enumeration value="Information Only"/>
        </xsd:restriction>
      </xsd:simpleType>
    </xsd:element>
    <xsd:element name="GSMADocumentNumber" ma:index="28" nillable="true" ma:displayName="Document Number" ma:internalName="GSMADocumentNumber">
      <xsd:simpleType>
        <xsd:restriction base="dms:Text"/>
      </xsd:simpleType>
    </xsd:element>
    <xsd:element name="GSMAShowInGeneralView" ma:index="29" nillable="true" ma:displayName="Show in General View" ma:description="Should this document be displayed in the General view?" ma:indexed="true" ma:internalName="GSMAShowInGeneralView">
      <xsd:simpleType>
        <xsd:restriction base="dms:Boolean"/>
      </xsd:simpleType>
    </xsd:element>
    <xsd:element name="GSMASummary" ma:index="30" nillable="true" ma:displayName="Summary" ma:internalName="GSMASummary">
      <xsd:simpleType>
        <xsd:restriction base="dms:Note"/>
      </xsd:simpleType>
    </xsd:element>
    <xsd:element name="GSMAListOfContributors" ma:index="31" nillable="true" ma:displayName="List of contributors" ma:description="A list of contributors to be displayed on the cover sheet of the document" ma:internalName="GSMAListOfContributors">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cf9ea2-8b24-4a35-a789-c10402c86061" elementFormDefault="qualified">
    <xsd:import namespace="http://schemas.microsoft.com/office/2006/documentManagement/types"/>
    <xsd:import namespace="http://schemas.microsoft.com/office/infopath/2007/PartnerControls"/>
    <xsd:element name="_dlc_DocId" ma:index="32" nillable="true" ma:displayName="Document ID Value" ma:description="The value of the document ID assigned to this item." ma:internalName="_dlc_DocId" ma:readOnly="true">
      <xsd:simpleType>
        <xsd:restriction base="dms:Text"/>
      </xsd:simpleType>
    </xsd:element>
    <xsd:element name="_dlc_DocIdUrl" ma:index="33"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34" nillable="true" ma:displayName="Persist ID" ma:description="Keep ID on add." ma:hidden="true" ma:internalName="_dlc_DocIdPersistId" ma:readOnly="true">
      <xsd:simpleType>
        <xsd:restriction base="dms:Boolean"/>
      </xsd:simpleType>
    </xsd:element>
    <xsd:element name="TaxCatchAll" ma:index="35" nillable="true" ma:displayName="Taxonomy Catch All Column" ma:description="" ma:hidden="true" ma:list="{4a451a5f-d246-48f2-841a-fce3dd0c2c73}" ma:internalName="TaxCatchAll" ma:showField="CatchAllData" ma:web="54cf9ea2-8b24-4a35-a789-c10402c860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GSMASecurityGroup xmlns="ADEDD60E-22E2-4049-BE99-80A2BB237DD5">Confidential - Group Members</GSMASecurityGroup>
    <GSMASummary xmlns="ADEDD60E-22E2-4049-BE99-80A2BB237DD5" xsi:nil="true"/>
    <GSMAItemFor xmlns="ADEDD60E-22E2-4049-BE99-80A2BB237DD5">Discussion</GSMAItemFor>
    <GSMAMeetingDate xmlns="ADEDD60E-22E2-4049-BE99-80A2BB237DD5">2019-06-03T12:00:00+00:00</GSMAMeetingDate>
    <GSMADocumentOwner xmlns="ADEDD60E-22E2-4049-BE99-80A2BB237DD5">
      <UserInfo>
        <DisplayName>Carmen Kwok (GSMA)</DisplayName>
        <AccountId>25466</AccountId>
        <AccountType/>
      </UserInfo>
    </GSMADocumentOwner>
    <GSMAListOfContributors xmlns="ADEDD60E-22E2-4049-BE99-80A2BB237DD5" xsi:nil="true"/>
    <GSMAKBCategoryTaxHTField0 xmlns="ADEDD60E-22E2-4049-BE99-80A2BB237DD5">
      <Terms xmlns="http://schemas.microsoft.com/office/infopath/2007/PartnerControls"/>
    </GSMAKBCategoryTaxHTField0>
    <TaxCatchAll xmlns="54cf9ea2-8b24-4a35-a789-c10402c86061">
      <Value>8</Value>
    </TaxCatchAll>
    <GSMADocumentCreatedDate xmlns="ADEDD60E-22E2-4049-BE99-80A2BB237DD5">2019-06-05T01:47:39+00:00</GSMADocumentCreatedDate>
    <GSMAMeetingNameAndNumber xmlns="ADEDD60E-22E2-4049-BE99-80A2BB237DD5">
      <Url>https://infocentre2.gsma.com/gp/og/ES1/Lists/Calendar/DispForm.aspx?ID=1</Url>
      <Description>eSIM#1 </Description>
    </GSMAMeetingNameAndNumber>
    <GSMADocumentCreatedBy xmlns="ADEDD60E-22E2-4049-BE99-80A2BB237DD5">
      <UserInfo>
        <DisplayName/>
        <AccountId xsi:nil="true"/>
        <AccountType/>
      </UserInfo>
    </GSMADocumentCreatedBy>
    <GSMAShowInGeneralView xmlns="ADEDD60E-22E2-4049-BE99-80A2BB237DD5">true</GSMAShowInGeneralView>
    <GSMATitle xmlns="ADEDD60E-22E2-4049-BE99-80A2BB237DD5">eSIMG1_1_Doc_007R01 Live Interoperability Test Event (LITE) Interim Report</GSMATitle>
    <GSMADocumentTypeTaxHTField0 xmlns="ADEDD60E-22E2-4049-BE99-80A2BB237DD5">
      <Terms xmlns="http://schemas.microsoft.com/office/infopath/2007/PartnerControls">
        <TermInfo xmlns="http://schemas.microsoft.com/office/infopath/2007/PartnerControls">
          <TermName xmlns="http://schemas.microsoft.com/office/infopath/2007/PartnerControls">General</TermName>
          <TermId xmlns="http://schemas.microsoft.com/office/infopath/2007/PartnerControls">ea886d15-f060-4293-b7b7-47e866d9f02c</TermId>
        </TermInfo>
      </Terms>
    </GSMADocumentTypeTaxHTField0>
    <GSMATemplateConversionStatus xmlns="ADEDD60E-22E2-4049-BE99-80A2BB237DD5" xsi:nil="true"/>
    <GSMAMeetingNameAndNumberText xmlns="ADEDD60E-22E2-4049-BE99-80A2BB237DD5">eSIM#1 </GSMAMeetingNameAndNumberText>
    <GSMAMeetingItemNumber xmlns="ADEDD60E-22E2-4049-BE99-80A2BB237DD5">eSIMG eSIM#1 Doc 007</GSMAMeetingItemNumber>
    <GSMADocumentNumber xmlns="ADEDD60E-22E2-4049-BE99-80A2BB237DD5" xsi:nil="true"/>
    <GSMAMeetingLocation xmlns="ADEDD60E-22E2-4049-BE99-80A2BB237DD5">Beijing, China</GSMAMeetingLocation>
    <GSMARelatedDiscussion xmlns="ADEDD60E-22E2-4049-BE99-80A2BB237DD5">
      <Url xsi:nil="true"/>
      <Description xsi:nil="true"/>
    </GSMARelatedDiscussion>
    <_dlc_DocId xmlns="54cf9ea2-8b24-4a35-a789-c10402c86061">INFO-4919-33</_dlc_DocId>
    <_dlc_DocIdUrl xmlns="54cf9ea2-8b24-4a35-a789-c10402c86061">
      <Url>https://infocentre2.gsma.com/gp/og/ES1/_layouts/DocIdRedir.aspx?ID=INFO-4919-33</Url>
      <Description>INFO-4919-33</Description>
    </_dlc_DocIdUrl>
    <GSMAMeetingNameAndNumberLocal xmlns="ADEDD60E-22E2-4049-BE99-80A2BB237DD5">
      <Url>https://infocentre2.gsma.com/gp/og/ES1/Lists/Calendar/DispForm.aspx?ID=1</Url>
      <Description>eSIM#1 </Description>
    </GSMAMeetingNameAndNumberLocal>
    <GSMAMeetingItemNumberLocal xmlns="ADEDD60E-22E2-4049-BE99-80A2BB237DD5">eSIMG eSIM#1 Doc 007</GSMAMeetingItemNumberLoca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5008F4-9C3E-4458-AB4F-434B8A7DEFF4}">
  <ds:schemaRefs>
    <ds:schemaRef ds:uri="http://schemas.microsoft.com/sharepoint/events"/>
  </ds:schemaRefs>
</ds:datastoreItem>
</file>

<file path=customXml/itemProps2.xml><?xml version="1.0" encoding="utf-8"?>
<ds:datastoreItem xmlns:ds="http://schemas.openxmlformats.org/officeDocument/2006/customXml" ds:itemID="{31F38478-F130-4EC1-952E-26EA3B83CF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DEDD60E-22E2-4049-BE99-80A2BB237DD5"/>
    <ds:schemaRef ds:uri="54cf9ea2-8b24-4a35-a789-c10402c860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85641B-7AF6-46FC-971A-47643ABBF96E}">
  <ds:schemaRefs>
    <ds:schemaRef ds:uri="http://purl.org/dc/elements/1.1/"/>
    <ds:schemaRef ds:uri="http://www.w3.org/XML/1998/namespace"/>
    <ds:schemaRef ds:uri="ADEDD60E-22E2-4049-BE99-80A2BB237DD5"/>
    <ds:schemaRef ds:uri="http://purl.org/dc/terms/"/>
    <ds:schemaRef ds:uri="http://purl.org/dc/dcmitype/"/>
    <ds:schemaRef ds:uri="http://schemas.microsoft.com/office/2006/documentManagement/types"/>
    <ds:schemaRef ds:uri="http://schemas.openxmlformats.org/package/2006/metadata/core-properties"/>
    <ds:schemaRef ds:uri="54cf9ea2-8b24-4a35-a789-c10402c86061"/>
    <ds:schemaRef ds:uri="http://schemas.microsoft.com/office/2006/metadata/properties"/>
    <ds:schemaRef ds:uri="http://schemas.microsoft.com/office/infopath/2007/PartnerControls"/>
  </ds:schemaRefs>
</ds:datastoreItem>
</file>

<file path=customXml/itemProps4.xml><?xml version="1.0" encoding="utf-8"?>
<ds:datastoreItem xmlns:ds="http://schemas.openxmlformats.org/officeDocument/2006/customXml" ds:itemID="{E37285F2-E664-4003-8D78-01D6EEE9997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63014</TotalTime>
  <Words>583</Words>
  <Application>Microsoft Office PowerPoint</Application>
  <PresentationFormat>Widescreen</PresentationFormat>
  <Paragraphs>70</Paragraphs>
  <Slides>5</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5</vt:i4>
      </vt:variant>
    </vt:vector>
  </HeadingPairs>
  <TitlesOfParts>
    <vt:vector size="14" baseType="lpstr">
      <vt:lpstr>Arial</vt:lpstr>
      <vt:lpstr>Calibri</vt:lpstr>
      <vt:lpstr>Futura LT Book</vt:lpstr>
      <vt:lpstr>Sketch Rockwell</vt:lpstr>
      <vt:lpstr>Times New Roman</vt:lpstr>
      <vt:lpstr>Wingdings</vt:lpstr>
      <vt:lpstr>1_GSMA</vt:lpstr>
      <vt:lpstr>GSMA</vt:lpstr>
      <vt:lpstr>think-cell Slide</vt:lpstr>
      <vt:lpstr>GSMA Self-Assessment  </vt:lpstr>
      <vt:lpstr>PowerPoint Presentation</vt:lpstr>
      <vt:lpstr>GSMA internal Operational procedure </vt:lpstr>
      <vt:lpstr>Self-assessment document</vt:lpstr>
      <vt:lpstr>Legal Disclosure </vt:lpstr>
    </vt:vector>
  </TitlesOfParts>
  <Company>GSMA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eSIMG1_Doc_007R02 Live Interoperability Test Event (LITE) Interim Report</dc:title>
  <dc:creator>Gary Waite</dc:creator>
  <cp:lastModifiedBy>Gloria Trujillo</cp:lastModifiedBy>
  <cp:revision>1091</cp:revision>
  <dcterms:created xsi:type="dcterms:W3CDTF">2018-06-21T12:13:59Z</dcterms:created>
  <dcterms:modified xsi:type="dcterms:W3CDTF">2023-08-22T15:07:55Z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0x010100EC728DFF17A841B193288BA44365FF7000B94428117C9D4ABEAE546B343679976600ACDBF4E2DAA944C2AE01FEAD255A01F60080015D58E5CCB244BC4A0FAD020AA396</vt:lpwstr>
  </property>
  <property fmtid="{D5CDD505-2E9C-101B-9397-08002B2CF9AE}" pid="3" name="_dlc_DocIdItemGuid">
    <vt:lpwstr>cffe098f-12e9-4553-b0ae-f4dbaf25f094</vt:lpwstr>
  </property>
  <property fmtid="{D5CDD505-2E9C-101B-9397-08002B2CF9AE}" pid="4" name="GSMAKBCategory">
    <vt:lpwstr/>
  </property>
  <property fmtid="{D5CDD505-2E9C-101B-9397-08002B2CF9AE}" pid="5" name="GSMADocumentType">
    <vt:lpwstr>8;#General|ea886d15-f060-4293-b7b7-47e866d9f02c</vt:lpwstr>
  </property>
</Properties>
</file>